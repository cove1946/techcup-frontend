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7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270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71EB-341B-1ACB-2452-FDE732DBB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D85DA-04DD-9743-47C1-0390FCA39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B7A02-4594-E3C4-6584-B011113D3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117B7-25F7-6EE6-32BE-3AF477B7E1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223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microsoft.com/office/2007/relationships/hdphoto" Target="../media/hdphoto3.wdp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2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4114800" cy="4114800"/>
          </a:xfrm>
          <a:prstGeom prst="ellipse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743200" cy="27432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6A34A">
              <a:alpha val="60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54864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3400" noProof="0" dirty="0"/>
          </a:p>
        </p:txBody>
      </p:sp>
      <p:sp>
        <p:nvSpPr>
          <p:cNvPr id="8" name="Text 6"/>
          <p:cNvSpPr/>
          <p:nvPr/>
        </p:nvSpPr>
        <p:spPr>
          <a:xfrm>
            <a:off x="2377440" y="165463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5200" b="1" kern="0" spc="600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TECHCUP</a:t>
            </a:r>
            <a:endParaRPr lang="es-CO" sz="5200" noProof="0" dirty="0"/>
          </a:p>
        </p:txBody>
      </p:sp>
      <p:sp>
        <p:nvSpPr>
          <p:cNvPr id="9" name="Text 7"/>
          <p:cNvSpPr/>
          <p:nvPr/>
        </p:nvSpPr>
        <p:spPr>
          <a:xfrm>
            <a:off x="2478558" y="2222384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200" kern="0" spc="1000" noProof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FÚTBOL</a:t>
            </a:r>
            <a:endParaRPr lang="es-CO" sz="2200" noProof="0" dirty="0"/>
          </a:p>
        </p:txBody>
      </p:sp>
      <p:sp>
        <p:nvSpPr>
          <p:cNvPr id="10" name="Shape 8"/>
          <p:cNvSpPr/>
          <p:nvPr/>
        </p:nvSpPr>
        <p:spPr>
          <a:xfrm>
            <a:off x="2550642" y="2599699"/>
            <a:ext cx="411480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1" name="Text 9"/>
          <p:cNvSpPr/>
          <p:nvPr/>
        </p:nvSpPr>
        <p:spPr>
          <a:xfrm>
            <a:off x="2478558" y="2606040"/>
            <a:ext cx="41868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kern="0" spc="300" noProof="0" dirty="0">
                <a:solidFill>
                  <a:srgbClr val="86EF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DE IDENTIDAD DE MARCA</a:t>
            </a:r>
            <a:endParaRPr lang="es-CO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noProof="0" dirty="0">
                <a:solidFill>
                  <a:srgbClr val="BBF7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Escuela Colombiana de Ingeniería Julio Garavito  ·  2026</a:t>
            </a:r>
            <a:endParaRPr lang="es-CO" sz="1000" noProof="0" dirty="0"/>
          </a:p>
        </p:txBody>
      </p:sp>
      <p:sp>
        <p:nvSpPr>
          <p:cNvPr id="13" name="Shape 11"/>
          <p:cNvSpPr/>
          <p:nvPr/>
        </p:nvSpPr>
        <p:spPr>
          <a:xfrm>
            <a:off x="7132320" y="374904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15803D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4" name="Text 12"/>
          <p:cNvSpPr/>
          <p:nvPr/>
        </p:nvSpPr>
        <p:spPr>
          <a:xfrm>
            <a:off x="7132320" y="3749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v2.0  ·  2026-1</a:t>
            </a:r>
            <a:endParaRPr lang="es-CO" sz="900" noProof="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4738614-1355-E8D1-B6D5-A2C7489722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36" b="89844" l="6641" r="91797">
                        <a14:foregroundMark x1="26172" y1="10059" x2="56348" y2="6934"/>
                        <a14:foregroundMark x1="56348" y1="6934" x2="66699" y2="8398"/>
                        <a14:foregroundMark x1="66699" y1="8398" x2="42090" y2="6934"/>
                        <a14:foregroundMark x1="42090" y1="6934" x2="29492" y2="8691"/>
                        <a14:foregroundMark x1="29492" y1="8691" x2="38965" y2="7129"/>
                        <a14:foregroundMark x1="38965" y1="7129" x2="61914" y2="8594"/>
                        <a14:foregroundMark x1="61914" y1="8594" x2="33301" y2="9961"/>
                        <a14:foregroundMark x1="33301" y1="9961" x2="45801" y2="9766"/>
                        <a14:foregroundMark x1="45801" y1="9766" x2="54395" y2="10059"/>
                        <a14:foregroundMark x1="54395" y1="10059" x2="65723" y2="9766"/>
                        <a14:foregroundMark x1="65723" y1="9766" x2="40723" y2="9766"/>
                        <a14:foregroundMark x1="40723" y1="9766" x2="29980" y2="24707"/>
                        <a14:foregroundMark x1="38281" y1="8301" x2="48730" y2="5859"/>
                        <a14:foregroundMark x1="48730" y1="5859" x2="59961" y2="7422"/>
                        <a14:foregroundMark x1="59961" y1="7422" x2="40625" y2="6836"/>
                        <a14:foregroundMark x1="12598" y1="39355" x2="9863" y2="49512"/>
                        <a14:foregroundMark x1="9863" y1="49512" x2="19141" y2="48047"/>
                        <a14:foregroundMark x1="19141" y1="48047" x2="10352" y2="51172"/>
                        <a14:foregroundMark x1="10352" y1="51172" x2="21777" y2="49414"/>
                        <a14:foregroundMark x1="21777" y1="49414" x2="22266" y2="48340"/>
                        <a14:foregroundMark x1="16113" y1="43457" x2="6836" y2="40527"/>
                        <a14:foregroundMark x1="6836" y1="40527" x2="11523" y2="40039"/>
                        <a14:foregroundMark x1="8984" y1="40332" x2="9375" y2="39941"/>
                        <a14:foregroundMark x1="9375" y1="38867" x2="6641" y2="37988"/>
                        <a14:foregroundMark x1="88965" y1="37793" x2="90723" y2="46387"/>
                        <a14:foregroundMark x1="90723" y1="46387" x2="83105" y2="50781"/>
                        <a14:foregroundMark x1="83105" y1="50781" x2="78613" y2="48340"/>
                        <a14:foregroundMark x1="90039" y1="42383" x2="89746" y2="38672"/>
                        <a14:foregroundMark x1="89453" y1="40820" x2="91797" y2="39258"/>
                        <a14:foregroundMark x1="9375" y1="51172" x2="9473" y2="51855"/>
                        <a14:foregroundMark x1="52832" y1="52930" x2="41211" y2="53809"/>
                        <a14:foregroundMark x1="41211" y1="53809" x2="39648" y2="65137"/>
                        <a14:foregroundMark x1="39648" y1="65137" x2="47168" y2="73633"/>
                        <a14:foregroundMark x1="47168" y1="73633" x2="56641" y2="73730"/>
                        <a14:foregroundMark x1="56641" y1="73730" x2="58105" y2="63965"/>
                        <a14:foregroundMark x1="58105" y1="63965" x2="43945" y2="68457"/>
                        <a14:foregroundMark x1="43945" y1="68457" x2="54883" y2="64844"/>
                        <a14:foregroundMark x1="54883" y1="64844" x2="45117" y2="70898"/>
                        <a14:foregroundMark x1="45117" y1="70898" x2="51953" y2="79785"/>
                        <a14:foregroundMark x1="51953" y1="79785" x2="61230" y2="74414"/>
                        <a14:foregroundMark x1="61230" y1="74414" x2="52637" y2="78906"/>
                        <a14:foregroundMark x1="52637" y1="78906" x2="40332" y2="66895"/>
                        <a14:foregroundMark x1="40332" y1="66895" x2="50488" y2="67969"/>
                        <a14:foregroundMark x1="50488" y1="67969" x2="45410" y2="75391"/>
                        <a14:foregroundMark x1="45410" y1="75391" x2="46973" y2="74121"/>
                        <a14:foregroundMark x1="58203" y1="58691" x2="57031" y2="60059"/>
                        <a14:foregroundMark x1="60254" y1="59082" x2="58789" y2="59863"/>
                        <a14:foregroundMark x1="62207" y1="62891" x2="60059" y2="63281"/>
                        <a14:foregroundMark x1="23291" y1="82617" x2="23730" y2="83496"/>
                        <a14:foregroundMark x1="23047" y1="82129" x2="23291" y2="82617"/>
                        <a14:foregroundMark x1="25391" y1="83496" x2="25488" y2="82813"/>
                        <a14:foregroundMark x1="28418" y1="84006" x2="28418" y2="84570"/>
                        <a14:foregroundMark x1="33301" y1="84961" x2="32617" y2="84863"/>
                        <a14:foregroundMark x1="35742" y1="85547" x2="35742" y2="85547"/>
                        <a14:foregroundMark x1="39258" y1="85156" x2="39258" y2="85156"/>
                        <a14:foregroundMark x1="43359" y1="85547" x2="43359" y2="85547"/>
                        <a14:foregroundMark x1="38379" y1="85742" x2="38379" y2="85742"/>
                        <a14:foregroundMark x1="46973" y1="86035" x2="46973" y2="86035"/>
                        <a14:foregroundMark x1="51172" y1="86035" x2="51172" y2="86035"/>
                        <a14:foregroundMark x1="52930" y1="85156" x2="52930" y2="85156"/>
                        <a14:foregroundMark x1="56543" y1="85156" x2="56543" y2="85156"/>
                        <a14:foregroundMark x1="61328" y1="83594" x2="61328" y2="83594"/>
                        <a14:foregroundMark x1="60449" y1="85059" x2="60449" y2="85059"/>
                        <a14:foregroundMark x1="63184" y1="84375" x2="63184" y2="84375"/>
                        <a14:foregroundMark x1="67578" y1="84082" x2="67578" y2="84082"/>
                        <a14:foregroundMark x1="69043" y1="83203" x2="69043" y2="83203"/>
                        <a14:foregroundMark x1="72070" y1="83008" x2="72070" y2="83008"/>
                        <a14:foregroundMark x1="75195" y1="82031" x2="75195" y2="82031"/>
                        <a14:foregroundMark x1="79297" y1="81348" x2="79297" y2="81348"/>
                        <a14:foregroundMark x1="20020" y1="80664" x2="20020" y2="80664"/>
                        <a14:foregroundMark x1="19824" y1="81543" x2="19824" y2="81543"/>
                        <a14:foregroundMark x1="19434" y1="83008" x2="19434" y2="83008"/>
                        <a14:foregroundMark x1="21289" y1="81543" x2="21359" y2="81264"/>
                        <a14:foregroundMark x1="21070" y1="82422" x2="21289" y2="81543"/>
                        <a14:foregroundMark x1="20801" y1="83496" x2="20972" y2="82813"/>
                        <a14:foregroundMark x1="20898" y1="81152" x2="20898" y2="80664"/>
                        <a14:foregroundMark x1="79395" y1="81641" x2="79395" y2="81641"/>
                        <a14:foregroundMark x1="79004" y1="80859" x2="79004" y2="80859"/>
                        <a14:foregroundMark x1="19434" y1="82520" x2="19434" y2="82520"/>
                        <a14:foregroundMark x1="22363" y1="83691" x2="22363" y2="83691"/>
                        <a14:foregroundMark x1="20117" y1="83203" x2="20117" y2="83203"/>
                        <a14:foregroundMark x1="20117" y1="83008" x2="20117" y2="83008"/>
                        <a14:foregroundMark x1="19922" y1="82910" x2="19922" y2="82910"/>
                        <a14:foregroundMark x1="19629" y1="82813" x2="19629" y2="82813"/>
                        <a14:foregroundMark x1="20020" y1="82813" x2="20020" y2="82813"/>
                        <a14:foregroundMark x1="19922" y1="82910" x2="19922" y2="82910"/>
                        <a14:foregroundMark x1="19531" y1="82813" x2="20020" y2="82813"/>
                        <a14:foregroundMark x1="38770" y1="85645" x2="38770" y2="85645"/>
                        <a14:foregroundMark x1="38477" y1="86035" x2="38770" y2="85449"/>
                        <a14:backgroundMark x1="44238" y1="86035" x2="44238" y2="86328"/>
                        <a14:backgroundMark x1="38965" y1="93945" x2="38965" y2="93945"/>
                        <a14:backgroundMark x1="28320" y1="83203" x2="28320" y2="83203"/>
                        <a14:backgroundMark x1="28516" y1="82910" x2="27930" y2="83691"/>
                        <a14:backgroundMark x1="72559" y1="83203" x2="72559" y2="83203"/>
                        <a14:backgroundMark x1="76367" y1="82910" x2="76367" y2="82910"/>
                        <a14:backgroundMark x1="79297" y1="81445" x2="79297" y2="81445"/>
                        <a14:backgroundMark x1="22266" y1="80176" x2="20605" y2="79492"/>
                        <a14:backgroundMark x1="20898" y1="81152" x2="20898" y2="81152"/>
                        <a14:backgroundMark x1="20703" y1="82813" x2="20703" y2="82813"/>
                        <a14:backgroundMark x1="20313" y1="82422" x2="20313" y2="82422"/>
                        <a14:backgroundMark x1="21191" y1="82617" x2="21191" y2="82617"/>
                        <a14:backgroundMark x1="20703" y1="81152" x2="20703" y2="81152"/>
                        <a14:backgroundMark x1="21191" y1="81152" x2="21484" y2="81348"/>
                        <a14:backgroundMark x1="21289" y1="82813" x2="21094" y2="82813"/>
                        <a14:backgroundMark x1="22363" y1="79395" x2="22168" y2="80176"/>
                        <a14:backgroundMark x1="20801" y1="80859" x2="20801" y2="80859"/>
                        <a14:backgroundMark x1="21289" y1="81445" x2="21289" y2="81445"/>
                        <a14:backgroundMark x1="21094" y1="81445" x2="21094" y2="81445"/>
                        <a14:backgroundMark x1="21387" y1="81543" x2="21387" y2="81543"/>
                        <a14:backgroundMark x1="21387" y1="81543" x2="21387" y2="81543"/>
                        <a14:backgroundMark x1="21191" y1="82813" x2="21191" y2="82813"/>
                        <a14:backgroundMark x1="20996" y1="82520" x2="20996" y2="82520"/>
                        <a14:backgroundMark x1="20996" y1="82520" x2="20996" y2="82520"/>
                        <a14:backgroundMark x1="20996" y1="82520" x2="20996" y2="82520"/>
                        <a14:backgroundMark x1="20996" y1="82227" x2="20996" y2="82227"/>
                        <a14:backgroundMark x1="21191" y1="82422" x2="21191" y2="82422"/>
                        <a14:backgroundMark x1="21191" y1="82910" x2="21191" y2="82910"/>
                        <a14:backgroundMark x1="20898" y1="82910" x2="20898" y2="82910"/>
                        <a14:backgroundMark x1="39063" y1="85840" x2="39063" y2="85840"/>
                        <a14:backgroundMark x1="39063" y1="85840" x2="39063" y2="85840"/>
                        <a14:backgroundMark x1="39160" y1="85352" x2="39160" y2="853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18" y="1326216"/>
            <a:ext cx="2422824" cy="24228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400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</a:t>
            </a:r>
            <a:endParaRPr lang="es-CO" sz="9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8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de Identidad</a:t>
            </a:r>
            <a:endParaRPr lang="es-CO" sz="28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64592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s-CO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1051560" y="160020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 &amp; Concepto de Marca</a:t>
            </a:r>
            <a:endParaRPr lang="es-CO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200253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s-CO" sz="1300" noProof="0" dirty="0"/>
          </a:p>
        </p:txBody>
      </p:sp>
      <p:sp>
        <p:nvSpPr>
          <p:cNvPr id="9" name="Text 7"/>
          <p:cNvSpPr/>
          <p:nvPr/>
        </p:nvSpPr>
        <p:spPr>
          <a:xfrm>
            <a:off x="1051560" y="200253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Público Objetivo</a:t>
            </a:r>
            <a:endParaRPr lang="es-CO" sz="1300" noProof="0" dirty="0"/>
          </a:p>
        </p:txBody>
      </p:sp>
      <p:sp>
        <p:nvSpPr>
          <p:cNvPr id="10" name="Text 8"/>
          <p:cNvSpPr/>
          <p:nvPr/>
        </p:nvSpPr>
        <p:spPr>
          <a:xfrm>
            <a:off x="457200" y="240487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s-CO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1051560" y="240487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Paleta de Colores</a:t>
            </a:r>
            <a:endParaRPr lang="es-CO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" y="280720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s-CO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Tipografía</a:t>
            </a:r>
            <a:endParaRPr lang="es-CO" sz="1300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" y="320954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s-CO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1051560" y="3209544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Elementos Visuales — Botones</a:t>
            </a:r>
            <a:endParaRPr lang="es-CO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00" y="361188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s-CO" sz="1300" noProof="0" dirty="0"/>
          </a:p>
        </p:txBody>
      </p:sp>
      <p:sp>
        <p:nvSpPr>
          <p:cNvPr id="19" name="Text 17"/>
          <p:cNvSpPr/>
          <p:nvPr/>
        </p:nvSpPr>
        <p:spPr>
          <a:xfrm>
            <a:off x="1045029" y="3561589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Elementos Visuales — </a:t>
            </a:r>
            <a:r>
              <a:rPr lang="es-CO" sz="1300" noProof="0" dirty="0" err="1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Cards</a:t>
            </a: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&amp; </a:t>
            </a:r>
            <a:r>
              <a:rPr lang="es-CO" sz="1300" noProof="0" dirty="0" err="1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Badges</a:t>
            </a:r>
            <a:endParaRPr lang="es-CO" sz="1300" noProof="0" dirty="0"/>
          </a:p>
        </p:txBody>
      </p:sp>
      <p:sp>
        <p:nvSpPr>
          <p:cNvPr id="20" name="Text 18"/>
          <p:cNvSpPr/>
          <p:nvPr/>
        </p:nvSpPr>
        <p:spPr>
          <a:xfrm>
            <a:off x="449361" y="401421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s-CO" sz="1300" noProof="0" dirty="0"/>
          </a:p>
        </p:txBody>
      </p:sp>
      <p:sp>
        <p:nvSpPr>
          <p:cNvPr id="21" name="Text 19"/>
          <p:cNvSpPr/>
          <p:nvPr/>
        </p:nvSpPr>
        <p:spPr>
          <a:xfrm>
            <a:off x="1045029" y="401421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Tipografía / Colores / Detalle</a:t>
            </a:r>
            <a:endParaRPr lang="es-CO" sz="1300" noProof="0" dirty="0"/>
          </a:p>
        </p:txBody>
      </p:sp>
      <p:sp>
        <p:nvSpPr>
          <p:cNvPr id="22" name="Shape 2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3" name="Text 21"/>
          <p:cNvSpPr/>
          <p:nvPr/>
        </p:nvSpPr>
        <p:spPr>
          <a:xfrm>
            <a:off x="6583680" y="13716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0" noProof="0" dirty="0"/>
          </a:p>
        </p:txBody>
      </p:sp>
      <p:sp>
        <p:nvSpPr>
          <p:cNvPr id="24" name="Text 22"/>
          <p:cNvSpPr/>
          <p:nvPr/>
        </p:nvSpPr>
        <p:spPr>
          <a:xfrm>
            <a:off x="6583680" y="3474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 err="1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TechCup</a:t>
            </a:r>
            <a:endParaRPr lang="es-CO" sz="1400" noProof="0" dirty="0"/>
          </a:p>
          <a:p>
            <a:pPr marL="0" indent="0" algn="ctr">
              <a:buNone/>
            </a:pPr>
            <a:r>
              <a:rPr lang="es-CO" sz="14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Fútbol</a:t>
            </a:r>
            <a:endParaRPr lang="es-CO" sz="1400" noProof="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138D9B7-8830-CC2F-3A3B-F7349EE30B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36" b="89844" l="9570" r="89844">
                        <a14:foregroundMark x1="26074" y1="9570" x2="57031" y2="6543"/>
                        <a14:foregroundMark x1="57031" y1="6543" x2="67188" y2="7617"/>
                        <a14:foregroundMark x1="67188" y1="7617" x2="43066" y2="6836"/>
                        <a14:foregroundMark x1="43066" y1="6836" x2="34082" y2="8105"/>
                        <a14:foregroundMark x1="34082" y1="8105" x2="25879" y2="12988"/>
                        <a14:foregroundMark x1="25879" y1="12988" x2="24707" y2="51367"/>
                        <a14:foregroundMark x1="24707" y1="51367" x2="42188" y2="71973"/>
                        <a14:foregroundMark x1="42188" y1="71973" x2="56543" y2="68555"/>
                        <a14:foregroundMark x1="56543" y1="68555" x2="68359" y2="61914"/>
                        <a14:foregroundMark x1="68359" y1="61914" x2="75684" y2="50293"/>
                        <a14:foregroundMark x1="75684" y1="50293" x2="77344" y2="20020"/>
                        <a14:foregroundMark x1="77344" y1="20020" x2="65430" y2="13574"/>
                        <a14:foregroundMark x1="65430" y1="13574" x2="33789" y2="9375"/>
                        <a14:foregroundMark x1="63477" y1="7031" x2="39746" y2="6836"/>
                        <a14:foregroundMark x1="56250" y1="7031" x2="45313" y2="8105"/>
                        <a14:foregroundMark x1="45313" y1="8105" x2="75977" y2="13281"/>
                        <a14:foregroundMark x1="75977" y1="13281" x2="75879" y2="22461"/>
                        <a14:foregroundMark x1="75879" y1="22461" x2="78809" y2="31543"/>
                        <a14:foregroundMark x1="78809" y1="31543" x2="76953" y2="31543"/>
                        <a14:foregroundMark x1="21777" y1="18555" x2="24121" y2="34961"/>
                        <a14:foregroundMark x1="24121" y1="34961" x2="15039" y2="37402"/>
                        <a14:foregroundMark x1="15039" y1="37402" x2="10840" y2="40332"/>
                        <a14:foregroundMark x1="10742" y1="42090" x2="9570" y2="41699"/>
                        <a14:foregroundMark x1="19238" y1="36816" x2="28809" y2="35156"/>
                        <a14:foregroundMark x1="20801" y1="41211" x2="20801" y2="41211"/>
                        <a14:foregroundMark x1="27441" y1="39941" x2="27441" y2="39941"/>
                        <a14:foregroundMark x1="35938" y1="39063" x2="35938" y2="39063"/>
                        <a14:foregroundMark x1="29102" y1="39160" x2="29102" y2="39160"/>
                        <a14:foregroundMark x1="30859" y1="34668" x2="26074" y2="41992"/>
                        <a14:foregroundMark x1="26074" y1="41992" x2="33398" y2="34082"/>
                        <a14:foregroundMark x1="33398" y1="34082" x2="33398" y2="34082"/>
                        <a14:foregroundMark x1="41406" y1="33594" x2="41992" y2="34473"/>
                        <a14:foregroundMark x1="44922" y1="34180" x2="47559" y2="34570"/>
                        <a14:foregroundMark x1="44727" y1="15723" x2="43945" y2="16602"/>
                        <a14:foregroundMark x1="45605" y1="16699" x2="43750" y2="19043"/>
                        <a14:foregroundMark x1="44629" y1="18457" x2="52930" y2="22363"/>
                        <a14:foregroundMark x1="52930" y1="22363" x2="53320" y2="20215"/>
                        <a14:foregroundMark x1="58301" y1="19531" x2="57617" y2="19922"/>
                        <a14:foregroundMark x1="43750" y1="21875" x2="42188" y2="20117"/>
                        <a14:foregroundMark x1="40820" y1="25293" x2="57520" y2="22949"/>
                        <a14:foregroundMark x1="57520" y1="22949" x2="39258" y2="26660"/>
                        <a14:foregroundMark x1="53418" y1="27051" x2="50781" y2="27441"/>
                        <a14:foregroundMark x1="47559" y1="27637" x2="49512" y2="28906"/>
                        <a14:foregroundMark x1="41797" y1="34961" x2="41211" y2="42285"/>
                        <a14:foregroundMark x1="41797" y1="41504" x2="37207" y2="43848"/>
                        <a14:foregroundMark x1="44629" y1="41016" x2="51172" y2="35254"/>
                        <a14:foregroundMark x1="51172" y1="35254" x2="48242" y2="39258"/>
                        <a14:foregroundMark x1="40625" y1="34863" x2="37793" y2="32813"/>
                        <a14:foregroundMark x1="44531" y1="71875" x2="37988" y2="65918"/>
                        <a14:foregroundMark x1="37988" y1="65918" x2="40332" y2="56738"/>
                        <a14:foregroundMark x1="40332" y1="56738" x2="51172" y2="51953"/>
                        <a14:foregroundMark x1="51172" y1="51953" x2="59375" y2="54980"/>
                        <a14:foregroundMark x1="59375" y1="54980" x2="61426" y2="64160"/>
                        <a14:foregroundMark x1="61426" y1="64160" x2="43555" y2="72070"/>
                        <a14:foregroundMark x1="54004" y1="65137" x2="42969" y2="62305"/>
                        <a14:foregroundMark x1="42969" y1="62305" x2="49512" y2="56445"/>
                        <a14:foregroundMark x1="49512" y1="56445" x2="58203" y2="62109"/>
                        <a14:foregroundMark x1="58203" y1="62109" x2="45703" y2="61230"/>
                        <a14:foregroundMark x1="45703" y1="61230" x2="43164" y2="62012"/>
                        <a14:foregroundMark x1="55273" y1="47656" x2="53223" y2="47949"/>
                        <a14:foregroundMark x1="20020" y1="80859" x2="20020" y2="80859"/>
                        <a14:foregroundMark x1="23438" y1="82227" x2="23438" y2="82227"/>
                        <a14:foregroundMark x1="25391" y1="82910" x2="25391" y2="82910"/>
                        <a14:foregroundMark x1="28906" y1="83398" x2="28906" y2="83398"/>
                        <a14:foregroundMark x1="32617" y1="83789" x2="32617" y2="83789"/>
                        <a14:foregroundMark x1="30859" y1="84375" x2="30859" y2="84375"/>
                        <a14:foregroundMark x1="35645" y1="84863" x2="35645" y2="84863"/>
                        <a14:foregroundMark x1="38379" y1="86328" x2="38379" y2="86328"/>
                        <a14:foregroundMark x1="43066" y1="86426" x2="43066" y2="86426"/>
                        <a14:foregroundMark x1="46973" y1="86133" x2="46973" y2="86133"/>
                        <a14:foregroundMark x1="78613" y1="81445" x2="78613" y2="81445"/>
                        <a14:foregroundMark x1="77539" y1="82227" x2="77539" y2="82227"/>
                        <a14:foregroundMark x1="73145" y1="83594" x2="73145" y2="83594"/>
                        <a14:foregroundMark x1="69629" y1="84375" x2="69629" y2="84375"/>
                        <a14:foregroundMark x1="67090" y1="84863" x2="67090" y2="84863"/>
                        <a14:foregroundMark x1="65820" y1="85156" x2="65820" y2="85156"/>
                        <a14:foregroundMark x1="61523" y1="84375" x2="61523" y2="84375"/>
                        <a14:foregroundMark x1="63672" y1="84375" x2="63672" y2="84375"/>
                        <a14:foregroundMark x1="59082" y1="86426" x2="59082" y2="86426"/>
                        <a14:foregroundMark x1="55273" y1="86523" x2="55273" y2="86523"/>
                        <a14:foregroundMark x1="51465" y1="86133" x2="51465" y2="86133"/>
                        <a14:foregroundMark x1="57129" y1="85352" x2="57129" y2="85352"/>
                        <a14:foregroundMark x1="61328" y1="83398" x2="61328" y2="83398"/>
                        <a14:foregroundMark x1="61426" y1="83496" x2="61426" y2="83496"/>
                        <a14:foregroundMark x1="61133" y1="83496" x2="61328" y2="83398"/>
                        <a14:foregroundMark x1="54102" y1="86035" x2="54102" y2="86035"/>
                        <a14:foregroundMark x1="53516" y1="85156" x2="53516" y2="85156"/>
                        <a14:foregroundMark x1="60449" y1="84375" x2="60449" y2="84375"/>
                        <a14:backgroundMark x1="44531" y1="86328" x2="44531" y2="86328"/>
                        <a14:backgroundMark x1="39258" y1="86035" x2="39258" y2="86035"/>
                        <a14:backgroundMark x1="76367" y1="82715" x2="76367" y2="82715"/>
                        <a14:backgroundMark x1="72461" y1="82910" x2="72461" y2="82910"/>
                        <a14:backgroundMark x1="61035" y1="83203" x2="61133" y2="83203"/>
                        <a14:backgroundMark x1="61719" y1="83594" x2="61719" y2="83594"/>
                        <a14:backgroundMark x1="61035" y1="83105" x2="61035" y2="83105"/>
                        <a14:backgroundMark x1="61230" y1="83301" x2="61230" y2="83301"/>
                        <a14:backgroundMark x1="61035" y1="83301" x2="61035" y2="83301"/>
                        <a14:backgroundMark x1="53516" y1="86230" x2="53516" y2="862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603" y="1246851"/>
            <a:ext cx="2488474" cy="24884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s-CO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 &amp; Concepto de Marca</a:t>
            </a:r>
            <a:endParaRPr lang="es-CO" sz="26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01168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931920" cy="2560320"/>
          </a:xfrm>
          <a:prstGeom prst="rect">
            <a:avLst/>
          </a:prstGeom>
          <a:solidFill>
            <a:srgbClr val="052E16"/>
          </a:solidFill>
          <a:ln w="12700">
            <a:solidFill>
              <a:srgbClr val="052E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4200" noProof="0" dirty="0"/>
          </a:p>
        </p:txBody>
      </p:sp>
      <p:sp>
        <p:nvSpPr>
          <p:cNvPr id="8" name="Text 6"/>
          <p:cNvSpPr/>
          <p:nvPr/>
        </p:nvSpPr>
        <p:spPr>
          <a:xfrm>
            <a:off x="466344" y="269617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2200" b="1" kern="0" spc="400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TECHCUP</a:t>
            </a:r>
            <a:endParaRPr lang="es-CO" sz="2200" noProof="0" dirty="0"/>
          </a:p>
          <a:p>
            <a:pPr marL="0" indent="0" algn="ctr">
              <a:buNone/>
            </a:pPr>
            <a:r>
              <a:rPr lang="es-CO" sz="2200" b="1" kern="0" spc="400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FÚTBOL</a:t>
            </a:r>
            <a:endParaRPr lang="es-CO" sz="2200" noProof="0" dirty="0"/>
          </a:p>
        </p:txBody>
      </p:sp>
      <p:sp>
        <p:nvSpPr>
          <p:cNvPr id="9" name="Text 7"/>
          <p:cNvSpPr/>
          <p:nvPr/>
        </p:nvSpPr>
        <p:spPr>
          <a:xfrm>
            <a:off x="466344" y="33806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kern="0" spc="100" noProof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Torneo Semestral ECI</a:t>
            </a:r>
            <a:endParaRPr lang="es-CO" sz="1100" noProof="0" dirty="0"/>
          </a:p>
        </p:txBody>
      </p:sp>
      <p:sp>
        <p:nvSpPr>
          <p:cNvPr id="10" name="Text 8"/>
          <p:cNvSpPr/>
          <p:nvPr/>
        </p:nvSpPr>
        <p:spPr>
          <a:xfrm>
            <a:off x="4663440" y="1463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Nombre:</a:t>
            </a:r>
            <a:endParaRPr lang="es-CO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126480" y="144475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noProof="0" dirty="0" err="1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TechCup</a:t>
            </a:r>
            <a:r>
              <a:rPr lang="es-CO" sz="10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Fútbol</a:t>
            </a:r>
            <a:endParaRPr lang="es-CO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Institución:</a:t>
            </a:r>
            <a:endParaRPr lang="es-CO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126480" y="187778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Escuela Colombiana de Ingeniería Julio Garavito</a:t>
            </a:r>
            <a:endParaRPr lang="es-CO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466344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Tipo:</a:t>
            </a:r>
            <a:endParaRPr lang="es-CO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6126480" y="235327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Plataforma de gestión de torneo semestral de fútbol</a:t>
            </a:r>
            <a:endParaRPr lang="es-CO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2834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Edición:</a:t>
            </a:r>
            <a:endParaRPr lang="es-CO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6126480" y="281047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2026-1 · Activo</a:t>
            </a:r>
            <a:endParaRPr lang="es-CO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4663440" y="32918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Contexto:</a:t>
            </a:r>
            <a:endParaRPr lang="es-CO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6126480" y="323109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0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Torneo interno entre programas: Sistemas, IA,</a:t>
            </a:r>
            <a:endParaRPr lang="es-CO" sz="1000" noProof="0" dirty="0"/>
          </a:p>
          <a:p>
            <a:pPr marL="0" indent="0">
              <a:buNone/>
            </a:pPr>
            <a:r>
              <a:rPr lang="es-CO" sz="10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Ciberseguridad y Estadística</a:t>
            </a:r>
            <a:endParaRPr lang="es-CO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822960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300" i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“Juega. Compila. Gana."</a:t>
            </a:r>
            <a:endParaRPr lang="es-CO" sz="1300" noProof="0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538F13FB-B492-B64A-18EE-BC0B0BACB4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36" b="89844" l="6641" r="91797">
                        <a14:foregroundMark x1="26172" y1="10059" x2="56348" y2="6934"/>
                        <a14:foregroundMark x1="56348" y1="6934" x2="66699" y2="8398"/>
                        <a14:foregroundMark x1="66699" y1="8398" x2="42090" y2="6934"/>
                        <a14:foregroundMark x1="42090" y1="6934" x2="29492" y2="8691"/>
                        <a14:foregroundMark x1="29492" y1="8691" x2="38965" y2="7129"/>
                        <a14:foregroundMark x1="38965" y1="7129" x2="61914" y2="8594"/>
                        <a14:foregroundMark x1="61914" y1="8594" x2="33301" y2="9961"/>
                        <a14:foregroundMark x1="33301" y1="9961" x2="45801" y2="9766"/>
                        <a14:foregroundMark x1="45801" y1="9766" x2="54395" y2="10059"/>
                        <a14:foregroundMark x1="54395" y1="10059" x2="65723" y2="9766"/>
                        <a14:foregroundMark x1="65723" y1="9766" x2="40723" y2="9766"/>
                        <a14:foregroundMark x1="40723" y1="9766" x2="29980" y2="24707"/>
                        <a14:foregroundMark x1="38281" y1="8301" x2="48730" y2="5859"/>
                        <a14:foregroundMark x1="48730" y1="5859" x2="59961" y2="7422"/>
                        <a14:foregroundMark x1="59961" y1="7422" x2="40625" y2="6836"/>
                        <a14:foregroundMark x1="12598" y1="39355" x2="9863" y2="49512"/>
                        <a14:foregroundMark x1="9863" y1="49512" x2="19141" y2="48047"/>
                        <a14:foregroundMark x1="19141" y1="48047" x2="10352" y2="51172"/>
                        <a14:foregroundMark x1="10352" y1="51172" x2="21777" y2="49414"/>
                        <a14:foregroundMark x1="21777" y1="49414" x2="22266" y2="48340"/>
                        <a14:foregroundMark x1="16113" y1="43457" x2="6836" y2="40527"/>
                        <a14:foregroundMark x1="6836" y1="40527" x2="11523" y2="40039"/>
                        <a14:foregroundMark x1="8984" y1="40332" x2="9375" y2="39941"/>
                        <a14:foregroundMark x1="9375" y1="38867" x2="6641" y2="37988"/>
                        <a14:foregroundMark x1="88965" y1="37793" x2="90723" y2="46387"/>
                        <a14:foregroundMark x1="90723" y1="46387" x2="83105" y2="50781"/>
                        <a14:foregroundMark x1="83105" y1="50781" x2="78613" y2="48340"/>
                        <a14:foregroundMark x1="90039" y1="42383" x2="89746" y2="38672"/>
                        <a14:foregroundMark x1="89453" y1="40820" x2="91797" y2="39258"/>
                        <a14:foregroundMark x1="9375" y1="51172" x2="9473" y2="51855"/>
                        <a14:foregroundMark x1="52832" y1="52930" x2="41211" y2="53809"/>
                        <a14:foregroundMark x1="41211" y1="53809" x2="39648" y2="65137"/>
                        <a14:foregroundMark x1="39648" y1="65137" x2="47168" y2="73633"/>
                        <a14:foregroundMark x1="47168" y1="73633" x2="56641" y2="73730"/>
                        <a14:foregroundMark x1="56641" y1="73730" x2="58105" y2="63965"/>
                        <a14:foregroundMark x1="58105" y1="63965" x2="43945" y2="68457"/>
                        <a14:foregroundMark x1="43945" y1="68457" x2="54883" y2="64844"/>
                        <a14:foregroundMark x1="54883" y1="64844" x2="45117" y2="70898"/>
                        <a14:foregroundMark x1="45117" y1="70898" x2="51953" y2="79785"/>
                        <a14:foregroundMark x1="51953" y1="79785" x2="61230" y2="74414"/>
                        <a14:foregroundMark x1="61230" y1="74414" x2="52637" y2="78906"/>
                        <a14:foregroundMark x1="52637" y1="78906" x2="40332" y2="66895"/>
                        <a14:foregroundMark x1="40332" y1="66895" x2="50488" y2="67969"/>
                        <a14:foregroundMark x1="50488" y1="67969" x2="45410" y2="75391"/>
                        <a14:foregroundMark x1="45410" y1="75391" x2="46973" y2="74121"/>
                        <a14:foregroundMark x1="58203" y1="58691" x2="57031" y2="60059"/>
                        <a14:foregroundMark x1="60254" y1="59082" x2="58789" y2="59863"/>
                        <a14:foregroundMark x1="62207" y1="62891" x2="60059" y2="63281"/>
                        <a14:foregroundMark x1="23291" y1="82617" x2="23730" y2="83496"/>
                        <a14:foregroundMark x1="23047" y1="82129" x2="23291" y2="82617"/>
                        <a14:foregroundMark x1="25391" y1="83496" x2="25488" y2="82813"/>
                        <a14:foregroundMark x1="28418" y1="84006" x2="28418" y2="84570"/>
                        <a14:foregroundMark x1="33301" y1="84961" x2="32617" y2="84863"/>
                        <a14:foregroundMark x1="35742" y1="85547" x2="35742" y2="85547"/>
                        <a14:foregroundMark x1="39258" y1="85156" x2="39258" y2="85156"/>
                        <a14:foregroundMark x1="43359" y1="85547" x2="43359" y2="85547"/>
                        <a14:foregroundMark x1="38379" y1="85742" x2="38379" y2="85742"/>
                        <a14:foregroundMark x1="46973" y1="86035" x2="46973" y2="86035"/>
                        <a14:foregroundMark x1="51172" y1="86035" x2="51172" y2="86035"/>
                        <a14:foregroundMark x1="52930" y1="85156" x2="52930" y2="85156"/>
                        <a14:foregroundMark x1="56543" y1="85156" x2="56543" y2="85156"/>
                        <a14:foregroundMark x1="61328" y1="83594" x2="61328" y2="83594"/>
                        <a14:foregroundMark x1="60449" y1="85059" x2="60449" y2="85059"/>
                        <a14:foregroundMark x1="63184" y1="84375" x2="63184" y2="84375"/>
                        <a14:foregroundMark x1="67578" y1="84082" x2="67578" y2="84082"/>
                        <a14:foregroundMark x1="69043" y1="83203" x2="69043" y2="83203"/>
                        <a14:foregroundMark x1="72070" y1="83008" x2="72070" y2="83008"/>
                        <a14:foregroundMark x1="75195" y1="82031" x2="75195" y2="82031"/>
                        <a14:foregroundMark x1="79297" y1="81348" x2="79297" y2="81348"/>
                        <a14:foregroundMark x1="20020" y1="80664" x2="20020" y2="80664"/>
                        <a14:foregroundMark x1="19824" y1="81543" x2="19824" y2="81543"/>
                        <a14:foregroundMark x1="19434" y1="83008" x2="19434" y2="83008"/>
                        <a14:foregroundMark x1="21289" y1="81543" x2="21359" y2="81264"/>
                        <a14:foregroundMark x1="21070" y1="82422" x2="21289" y2="81543"/>
                        <a14:foregroundMark x1="20801" y1="83496" x2="20972" y2="82813"/>
                        <a14:foregroundMark x1="20898" y1="81152" x2="20898" y2="80664"/>
                        <a14:foregroundMark x1="79395" y1="81641" x2="79395" y2="81641"/>
                        <a14:foregroundMark x1="79004" y1="80859" x2="79004" y2="80859"/>
                        <a14:foregroundMark x1="19434" y1="82520" x2="19434" y2="82520"/>
                        <a14:foregroundMark x1="22363" y1="83691" x2="22363" y2="83691"/>
                        <a14:foregroundMark x1="20117" y1="83203" x2="20117" y2="83203"/>
                        <a14:foregroundMark x1="20117" y1="83008" x2="20117" y2="83008"/>
                        <a14:foregroundMark x1="19922" y1="82910" x2="19922" y2="82910"/>
                        <a14:foregroundMark x1="19629" y1="82813" x2="19629" y2="82813"/>
                        <a14:foregroundMark x1="20020" y1="82813" x2="20020" y2="82813"/>
                        <a14:foregroundMark x1="19922" y1="82910" x2="19922" y2="82910"/>
                        <a14:foregroundMark x1="19531" y1="82813" x2="20020" y2="82813"/>
                        <a14:foregroundMark x1="38770" y1="85645" x2="38770" y2="85645"/>
                        <a14:foregroundMark x1="38477" y1="86035" x2="38770" y2="85449"/>
                        <a14:backgroundMark x1="44238" y1="86035" x2="44238" y2="86328"/>
                        <a14:backgroundMark x1="38965" y1="93945" x2="38965" y2="93945"/>
                        <a14:backgroundMark x1="28320" y1="83203" x2="28320" y2="83203"/>
                        <a14:backgroundMark x1="28516" y1="82910" x2="27930" y2="83691"/>
                        <a14:backgroundMark x1="72559" y1="83203" x2="72559" y2="83203"/>
                        <a14:backgroundMark x1="76367" y1="82910" x2="76367" y2="82910"/>
                        <a14:backgroundMark x1="79297" y1="81445" x2="79297" y2="81445"/>
                        <a14:backgroundMark x1="22266" y1="80176" x2="20605" y2="79492"/>
                        <a14:backgroundMark x1="20898" y1="81152" x2="20898" y2="81152"/>
                        <a14:backgroundMark x1="20703" y1="82813" x2="20703" y2="82813"/>
                        <a14:backgroundMark x1="20313" y1="82422" x2="20313" y2="82422"/>
                        <a14:backgroundMark x1="21191" y1="82617" x2="21191" y2="82617"/>
                        <a14:backgroundMark x1="20703" y1="81152" x2="20703" y2="81152"/>
                        <a14:backgroundMark x1="21191" y1="81152" x2="21484" y2="81348"/>
                        <a14:backgroundMark x1="21289" y1="82813" x2="21094" y2="82813"/>
                        <a14:backgroundMark x1="22363" y1="79395" x2="22168" y2="80176"/>
                        <a14:backgroundMark x1="20801" y1="80859" x2="20801" y2="80859"/>
                        <a14:backgroundMark x1="21289" y1="81445" x2="21289" y2="81445"/>
                        <a14:backgroundMark x1="21094" y1="81445" x2="21094" y2="81445"/>
                        <a14:backgroundMark x1="21387" y1="81543" x2="21387" y2="81543"/>
                        <a14:backgroundMark x1="21387" y1="81543" x2="21387" y2="81543"/>
                        <a14:backgroundMark x1="21191" y1="82813" x2="21191" y2="82813"/>
                        <a14:backgroundMark x1="20996" y1="82520" x2="20996" y2="82520"/>
                        <a14:backgroundMark x1="20996" y1="82520" x2="20996" y2="82520"/>
                        <a14:backgroundMark x1="20996" y1="82520" x2="20996" y2="82520"/>
                        <a14:backgroundMark x1="20996" y1="82227" x2="20996" y2="82227"/>
                        <a14:backgroundMark x1="21191" y1="82422" x2="21191" y2="82422"/>
                        <a14:backgroundMark x1="21191" y1="82910" x2="21191" y2="82910"/>
                        <a14:backgroundMark x1="20898" y1="82910" x2="20898" y2="82910"/>
                        <a14:backgroundMark x1="39063" y1="85840" x2="39063" y2="85840"/>
                        <a14:backgroundMark x1="39063" y1="85840" x2="39063" y2="85840"/>
                        <a14:backgroundMark x1="39160" y1="85352" x2="39160" y2="853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094" y="1472184"/>
            <a:ext cx="1469572" cy="14695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s-CO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Público Objetivo</a:t>
            </a:r>
            <a:endParaRPr lang="es-CO" sz="26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64592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Shape 4"/>
          <p:cNvSpPr/>
          <p:nvPr/>
        </p:nvSpPr>
        <p:spPr>
          <a:xfrm>
            <a:off x="457199" y="1508759"/>
            <a:ext cx="8458201" cy="3333642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458200" cy="128015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274320" y="181508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111827"/>
                </a:solidFill>
                <a:latin typeface="Segoe UI" pitchFamily="34" charset="0"/>
                <a:cs typeface="Segoe UI" pitchFamily="34" charset="-120"/>
              </a:rPr>
              <a:t>Usuarios principales</a:t>
            </a:r>
            <a:endParaRPr lang="es-CO" sz="1200" noProof="0" dirty="0"/>
          </a:p>
        </p:txBody>
      </p:sp>
      <p:sp>
        <p:nvSpPr>
          <p:cNvPr id="10" name="Text 8"/>
          <p:cNvSpPr/>
          <p:nvPr/>
        </p:nvSpPr>
        <p:spPr>
          <a:xfrm>
            <a:off x="594360" y="2161249"/>
            <a:ext cx="2331720" cy="14238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900" noProof="0" dirty="0"/>
              <a:t>Estudiantes de Sistemas – IA – Ciberseguridad – Estadística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CO" sz="9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900" noProof="0" dirty="0"/>
              <a:t>Jóvenes entre 18 – 26 años, que estén cursando entre 1 a 8 semestres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CO" sz="9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900" noProof="0" dirty="0"/>
              <a:t>Interesados en participan directamente en el torneo ya sea como jugadores, capitanes, árbitros u organizadores.</a:t>
            </a:r>
          </a:p>
          <a:p>
            <a:pPr algn="ctr"/>
            <a:endParaRPr lang="es-CO" sz="900" noProof="0" dirty="0"/>
          </a:p>
          <a:p>
            <a:pPr algn="ctr"/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</p:txBody>
      </p:sp>
      <p:sp>
        <p:nvSpPr>
          <p:cNvPr id="18" name="Text 16"/>
          <p:cNvSpPr/>
          <p:nvPr/>
        </p:nvSpPr>
        <p:spPr>
          <a:xfrm>
            <a:off x="6126480" y="16459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2400" noProof="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2400" noProof="0" dirty="0"/>
          </a:p>
        </p:txBody>
      </p:sp>
      <p:sp>
        <p:nvSpPr>
          <p:cNvPr id="28" name="Text 26"/>
          <p:cNvSpPr/>
          <p:nvPr/>
        </p:nvSpPr>
        <p:spPr>
          <a:xfrm>
            <a:off x="3291840" y="3383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2400" noProof="0" dirty="0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DB696392-00D0-AF0D-BB0D-D9BC705813F0}"/>
              </a:ext>
            </a:extLst>
          </p:cNvPr>
          <p:cNvSpPr/>
          <p:nvPr/>
        </p:nvSpPr>
        <p:spPr>
          <a:xfrm>
            <a:off x="3136391" y="1805939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111827"/>
                </a:solidFill>
                <a:latin typeface="Segoe UI" pitchFamily="34" charset="0"/>
                <a:cs typeface="Segoe UI" pitchFamily="34" charset="-120"/>
              </a:rPr>
              <a:t>Usuarios Secundarios</a:t>
            </a:r>
            <a:endParaRPr lang="es-CO" sz="1200" noProof="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3E6D67BE-9722-A574-2061-E947174662A2}"/>
              </a:ext>
            </a:extLst>
          </p:cNvPr>
          <p:cNvSpPr/>
          <p:nvPr/>
        </p:nvSpPr>
        <p:spPr>
          <a:xfrm>
            <a:off x="3273551" y="2164078"/>
            <a:ext cx="2331720" cy="14238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900" dirty="0"/>
              <a:t>Familiares y allegados de los estudiantes</a:t>
            </a:r>
            <a:endParaRPr lang="es-CO" sz="9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CO" sz="9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900" noProof="0" dirty="0"/>
              <a:t>Cualquier persona que quiera seguir el torneo, desde los resultados hasta las fechas de partidos </a:t>
            </a:r>
          </a:p>
          <a:p>
            <a:endParaRPr lang="es-CO" sz="9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900" noProof="0" dirty="0"/>
              <a:t>Interesados en participan directamente en el torneo ya sea como jugadores, capitanes, árbitros u organizadores.</a:t>
            </a:r>
          </a:p>
          <a:p>
            <a:pPr algn="ctr"/>
            <a:endParaRPr lang="es-CO" sz="900" noProof="0" dirty="0"/>
          </a:p>
          <a:p>
            <a:pPr algn="ctr"/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7B21478F-F2C6-2B73-6AA1-1C0415015C29}"/>
              </a:ext>
            </a:extLst>
          </p:cNvPr>
          <p:cNvSpPr/>
          <p:nvPr/>
        </p:nvSpPr>
        <p:spPr>
          <a:xfrm>
            <a:off x="5779659" y="181508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b="1" noProof="0" dirty="0">
                <a:solidFill>
                  <a:srgbClr val="111827"/>
                </a:solidFill>
                <a:latin typeface="Segoe UI" pitchFamily="34" charset="0"/>
                <a:cs typeface="Segoe UI" pitchFamily="34" charset="-120"/>
              </a:rPr>
              <a:t>Usuarios Secundarios</a:t>
            </a:r>
            <a:endParaRPr lang="es-CO" sz="1200" noProof="0" dirty="0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8AE43A8-3AA7-0CCD-248D-6181322302B2}"/>
              </a:ext>
            </a:extLst>
          </p:cNvPr>
          <p:cNvSpPr/>
          <p:nvPr/>
        </p:nvSpPr>
        <p:spPr>
          <a:xfrm>
            <a:off x="5916169" y="2164078"/>
            <a:ext cx="2331720" cy="14238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CO" sz="900" noProof="0" dirty="0"/>
              <a:t>Profesores de la ECI, que </a:t>
            </a:r>
            <a:r>
              <a:rPr lang="es-CO" sz="900" dirty="0"/>
              <a:t>quieran participar como jugadores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s-CO" sz="9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CO" sz="900" noProof="0" dirty="0"/>
              <a:t>Personal administrativo de la escuela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s-CO" sz="9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s-MX" sz="900" dirty="0"/>
              <a:t>Graduados de esos mismos programas, que aunque ya terminaron su carrera siguen vinculados a la comunidad de la Escuela</a:t>
            </a:r>
            <a:endParaRPr lang="es-CO" sz="900" noProof="0" dirty="0"/>
          </a:p>
          <a:p>
            <a:pPr algn="ctr"/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s-CO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Paleta de Colores</a:t>
            </a:r>
            <a:endParaRPr lang="es-CO" sz="26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64592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1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 Primario — Verde Institucional</a:t>
            </a:r>
            <a:endParaRPr lang="es-CO" sz="900" noProof="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49808" cy="1188720"/>
          </a:xfrm>
          <a:prstGeom prst="rect">
            <a:avLst/>
          </a:prstGeom>
          <a:solidFill>
            <a:srgbClr val="052E16"/>
          </a:solidFill>
          <a:ln w="12700">
            <a:solidFill>
              <a:srgbClr val="052E1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#052E16</a:t>
            </a:r>
            <a:endParaRPr lang="es-CO" sz="700" noProof="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1252728" y="1691640"/>
            <a:ext cx="749808" cy="118872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1" name="Text 9"/>
          <p:cNvSpPr/>
          <p:nvPr/>
        </p:nvSpPr>
        <p:spPr>
          <a:xfrm>
            <a:off x="1252728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12" name="Text 10"/>
          <p:cNvSpPr/>
          <p:nvPr/>
        </p:nvSpPr>
        <p:spPr>
          <a:xfrm>
            <a:off x="1252728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#14532D</a:t>
            </a:r>
            <a:endParaRPr lang="es-CO" sz="700" noProof="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048256" y="1691640"/>
            <a:ext cx="749808" cy="118872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4" name="Text 12"/>
          <p:cNvSpPr/>
          <p:nvPr/>
        </p:nvSpPr>
        <p:spPr>
          <a:xfrm>
            <a:off x="2048256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15" name="Text 13"/>
          <p:cNvSpPr/>
          <p:nvPr/>
        </p:nvSpPr>
        <p:spPr>
          <a:xfrm>
            <a:off x="2048256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#166534</a:t>
            </a:r>
            <a:endParaRPr lang="es-CO" sz="700" noProof="0" dirty="0">
              <a:solidFill>
                <a:schemeClr val="bg1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843784" y="1691640"/>
            <a:ext cx="749808" cy="11887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2843784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18" name="Text 16"/>
          <p:cNvSpPr/>
          <p:nvPr/>
        </p:nvSpPr>
        <p:spPr>
          <a:xfrm>
            <a:off x="2843784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#15803D</a:t>
            </a:r>
            <a:endParaRPr lang="es-CO" sz="700" noProof="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39312" y="1691640"/>
            <a:ext cx="749808" cy="1188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0" name="Text 18"/>
          <p:cNvSpPr/>
          <p:nvPr/>
        </p:nvSpPr>
        <p:spPr>
          <a:xfrm>
            <a:off x="3639312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21" name="Text 19"/>
          <p:cNvSpPr/>
          <p:nvPr/>
        </p:nvSpPr>
        <p:spPr>
          <a:xfrm>
            <a:off x="3639312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#16A34A</a:t>
            </a:r>
            <a:endParaRPr lang="es-CO" sz="700" noProof="0" dirty="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34840" y="1691640"/>
            <a:ext cx="749808" cy="1188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3" name="Text 21"/>
          <p:cNvSpPr/>
          <p:nvPr/>
        </p:nvSpPr>
        <p:spPr>
          <a:xfrm>
            <a:off x="4434840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#22C55E</a:t>
            </a:r>
            <a:endParaRPr lang="es-CO" sz="700" noProof="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30368" y="1691640"/>
            <a:ext cx="749808" cy="1188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6" name="Text 24"/>
          <p:cNvSpPr/>
          <p:nvPr/>
        </p:nvSpPr>
        <p:spPr>
          <a:xfrm>
            <a:off x="5230368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27" name="Text 25"/>
          <p:cNvSpPr/>
          <p:nvPr/>
        </p:nvSpPr>
        <p:spPr>
          <a:xfrm>
            <a:off x="5230368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#4ADE80</a:t>
            </a:r>
            <a:endParaRPr lang="es-CO" sz="700" noProof="0" dirty="0"/>
          </a:p>
        </p:txBody>
      </p:sp>
      <p:sp>
        <p:nvSpPr>
          <p:cNvPr id="28" name="Shape 26"/>
          <p:cNvSpPr/>
          <p:nvPr/>
        </p:nvSpPr>
        <p:spPr>
          <a:xfrm>
            <a:off x="6025896" y="1691640"/>
            <a:ext cx="749808" cy="1188720"/>
          </a:xfrm>
          <a:prstGeom prst="rect">
            <a:avLst/>
          </a:prstGeom>
          <a:solidFill>
            <a:srgbClr val="86EFAC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9" name="Text 27"/>
          <p:cNvSpPr/>
          <p:nvPr/>
        </p:nvSpPr>
        <p:spPr>
          <a:xfrm>
            <a:off x="6025896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30" name="Text 28"/>
          <p:cNvSpPr/>
          <p:nvPr/>
        </p:nvSpPr>
        <p:spPr>
          <a:xfrm>
            <a:off x="6025896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#86EFAC</a:t>
            </a:r>
            <a:endParaRPr lang="es-CO" sz="700" noProof="0" dirty="0"/>
          </a:p>
        </p:txBody>
      </p:sp>
      <p:sp>
        <p:nvSpPr>
          <p:cNvPr id="31" name="Shape 29"/>
          <p:cNvSpPr/>
          <p:nvPr/>
        </p:nvSpPr>
        <p:spPr>
          <a:xfrm>
            <a:off x="6821424" y="1691640"/>
            <a:ext cx="749808" cy="1188720"/>
          </a:xfrm>
          <a:prstGeom prst="rect">
            <a:avLst/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2" name="Text 30"/>
          <p:cNvSpPr/>
          <p:nvPr/>
        </p:nvSpPr>
        <p:spPr>
          <a:xfrm>
            <a:off x="6821424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33" name="Text 31"/>
          <p:cNvSpPr/>
          <p:nvPr/>
        </p:nvSpPr>
        <p:spPr>
          <a:xfrm>
            <a:off x="6821424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#BBF7D0</a:t>
            </a:r>
            <a:endParaRPr lang="es-CO" sz="700" noProof="0" dirty="0"/>
          </a:p>
        </p:txBody>
      </p:sp>
      <p:sp>
        <p:nvSpPr>
          <p:cNvPr id="34" name="Shape 32"/>
          <p:cNvSpPr/>
          <p:nvPr/>
        </p:nvSpPr>
        <p:spPr>
          <a:xfrm>
            <a:off x="7616952" y="1691640"/>
            <a:ext cx="749808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5" name="Text 33"/>
          <p:cNvSpPr/>
          <p:nvPr/>
        </p:nvSpPr>
        <p:spPr>
          <a:xfrm>
            <a:off x="7616952" y="173736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" noProof="0" dirty="0"/>
          </a:p>
        </p:txBody>
      </p:sp>
      <p:sp>
        <p:nvSpPr>
          <p:cNvPr id="36" name="Text 34"/>
          <p:cNvSpPr/>
          <p:nvPr/>
        </p:nvSpPr>
        <p:spPr>
          <a:xfrm>
            <a:off x="7616952" y="260604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#F0FDF4</a:t>
            </a:r>
            <a:endParaRPr lang="es-CO" sz="700" noProof="0" dirty="0"/>
          </a:p>
        </p:txBody>
      </p:sp>
      <p:sp>
        <p:nvSpPr>
          <p:cNvPr id="37" name="Text 35"/>
          <p:cNvSpPr/>
          <p:nvPr/>
        </p:nvSpPr>
        <p:spPr>
          <a:xfrm>
            <a:off x="457200" y="2971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1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Colores de Estado y Roles</a:t>
            </a:r>
            <a:endParaRPr lang="es-CO" sz="900" noProof="0" dirty="0"/>
          </a:p>
        </p:txBody>
      </p:sp>
      <p:sp>
        <p:nvSpPr>
          <p:cNvPr id="38" name="Shape 36"/>
          <p:cNvSpPr/>
          <p:nvPr/>
        </p:nvSpPr>
        <p:spPr>
          <a:xfrm>
            <a:off x="704088" y="3291840"/>
            <a:ext cx="685800" cy="6858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9" name="Text 37"/>
          <p:cNvSpPr/>
          <p:nvPr/>
        </p:nvSpPr>
        <p:spPr>
          <a:xfrm>
            <a:off x="457200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Éxito / Principal</a:t>
            </a:r>
            <a:endParaRPr lang="es-CO" sz="750" noProof="0" dirty="0"/>
          </a:p>
        </p:txBody>
      </p:sp>
      <p:sp>
        <p:nvSpPr>
          <p:cNvPr id="40" name="Text 38"/>
          <p:cNvSpPr/>
          <p:nvPr/>
        </p:nvSpPr>
        <p:spPr>
          <a:xfrm>
            <a:off x="457200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#15803D</a:t>
            </a:r>
            <a:endParaRPr lang="es-CO" sz="700" noProof="0" dirty="0"/>
          </a:p>
        </p:txBody>
      </p:sp>
      <p:sp>
        <p:nvSpPr>
          <p:cNvPr id="41" name="Shape 39"/>
          <p:cNvSpPr/>
          <p:nvPr/>
        </p:nvSpPr>
        <p:spPr>
          <a:xfrm>
            <a:off x="1929384" y="3291840"/>
            <a:ext cx="685800" cy="685800"/>
          </a:xfrm>
          <a:prstGeom prst="ellipse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2" name="Text 40"/>
          <p:cNvSpPr/>
          <p:nvPr/>
        </p:nvSpPr>
        <p:spPr>
          <a:xfrm>
            <a:off x="1682496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Advertencia / Árbitro</a:t>
            </a:r>
            <a:endParaRPr lang="es-CO" sz="750" noProof="0" dirty="0"/>
          </a:p>
        </p:txBody>
      </p:sp>
      <p:sp>
        <p:nvSpPr>
          <p:cNvPr id="43" name="Text 41"/>
          <p:cNvSpPr/>
          <p:nvPr/>
        </p:nvSpPr>
        <p:spPr>
          <a:xfrm>
            <a:off x="1682496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#EAB308</a:t>
            </a:r>
            <a:endParaRPr lang="es-CO" sz="700" noProof="0" dirty="0"/>
          </a:p>
        </p:txBody>
      </p:sp>
      <p:sp>
        <p:nvSpPr>
          <p:cNvPr id="44" name="Shape 42"/>
          <p:cNvSpPr/>
          <p:nvPr/>
        </p:nvSpPr>
        <p:spPr>
          <a:xfrm>
            <a:off x="3154680" y="3291840"/>
            <a:ext cx="685800" cy="685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5" name="Text 43"/>
          <p:cNvSpPr/>
          <p:nvPr/>
        </p:nvSpPr>
        <p:spPr>
          <a:xfrm>
            <a:off x="2907792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/ </a:t>
            </a:r>
            <a:r>
              <a:rPr lang="es-CO" sz="750" noProof="0" dirty="0" err="1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s-CO" sz="750" noProof="0" dirty="0"/>
          </a:p>
        </p:txBody>
      </p:sp>
      <p:sp>
        <p:nvSpPr>
          <p:cNvPr id="46" name="Text 44"/>
          <p:cNvSpPr/>
          <p:nvPr/>
        </p:nvSpPr>
        <p:spPr>
          <a:xfrm>
            <a:off x="2907792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#DC2626</a:t>
            </a:r>
            <a:endParaRPr lang="es-CO" sz="700" noProof="0" dirty="0"/>
          </a:p>
        </p:txBody>
      </p:sp>
      <p:sp>
        <p:nvSpPr>
          <p:cNvPr id="47" name="Shape 45"/>
          <p:cNvSpPr/>
          <p:nvPr/>
        </p:nvSpPr>
        <p:spPr>
          <a:xfrm>
            <a:off x="4379976" y="3291840"/>
            <a:ext cx="685800" cy="6858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8" name="Text 46"/>
          <p:cNvSpPr/>
          <p:nvPr/>
        </p:nvSpPr>
        <p:spPr>
          <a:xfrm>
            <a:off x="4133088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 err="1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</a:t>
            </a: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Capitán</a:t>
            </a:r>
            <a:endParaRPr lang="es-CO" sz="750" noProof="0" dirty="0"/>
          </a:p>
        </p:txBody>
      </p:sp>
      <p:sp>
        <p:nvSpPr>
          <p:cNvPr id="49" name="Text 47"/>
          <p:cNvSpPr/>
          <p:nvPr/>
        </p:nvSpPr>
        <p:spPr>
          <a:xfrm>
            <a:off x="4133088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#1D4ED8</a:t>
            </a:r>
            <a:endParaRPr lang="es-CO" sz="700" noProof="0" dirty="0"/>
          </a:p>
        </p:txBody>
      </p:sp>
      <p:sp>
        <p:nvSpPr>
          <p:cNvPr id="50" name="Shape 48"/>
          <p:cNvSpPr/>
          <p:nvPr/>
        </p:nvSpPr>
        <p:spPr>
          <a:xfrm>
            <a:off x="5605272" y="329184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1" name="Text 49"/>
          <p:cNvSpPr/>
          <p:nvPr/>
        </p:nvSpPr>
        <p:spPr>
          <a:xfrm>
            <a:off x="5358384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Jugador Especial</a:t>
            </a:r>
            <a:endParaRPr lang="es-CO" sz="750" noProof="0" dirty="0"/>
          </a:p>
        </p:txBody>
      </p:sp>
      <p:sp>
        <p:nvSpPr>
          <p:cNvPr id="52" name="Text 50"/>
          <p:cNvSpPr/>
          <p:nvPr/>
        </p:nvSpPr>
        <p:spPr>
          <a:xfrm>
            <a:off x="5358384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#6366F1</a:t>
            </a:r>
            <a:endParaRPr lang="es-CO" sz="700" noProof="0" dirty="0"/>
          </a:p>
        </p:txBody>
      </p:sp>
      <p:sp>
        <p:nvSpPr>
          <p:cNvPr id="53" name="Shape 51"/>
          <p:cNvSpPr/>
          <p:nvPr/>
        </p:nvSpPr>
        <p:spPr>
          <a:xfrm>
            <a:off x="6830568" y="3291840"/>
            <a:ext cx="685800" cy="6858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4" name="Text 52"/>
          <p:cNvSpPr/>
          <p:nvPr/>
        </p:nvSpPr>
        <p:spPr>
          <a:xfrm>
            <a:off x="6583680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clasificado</a:t>
            </a:r>
            <a:endParaRPr lang="es-CO" sz="750" noProof="0" dirty="0"/>
          </a:p>
        </p:txBody>
      </p:sp>
      <p:sp>
        <p:nvSpPr>
          <p:cNvPr id="55" name="Text 53"/>
          <p:cNvSpPr/>
          <p:nvPr/>
        </p:nvSpPr>
        <p:spPr>
          <a:xfrm>
            <a:off x="6583680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#D1D5DB</a:t>
            </a:r>
            <a:endParaRPr lang="es-CO" sz="700" noProof="0" dirty="0"/>
          </a:p>
        </p:txBody>
      </p:sp>
      <p:sp>
        <p:nvSpPr>
          <p:cNvPr id="56" name="Shape 54"/>
          <p:cNvSpPr/>
          <p:nvPr/>
        </p:nvSpPr>
        <p:spPr>
          <a:xfrm>
            <a:off x="8055864" y="3291840"/>
            <a:ext cx="685800" cy="685800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7" name="Text 55"/>
          <p:cNvSpPr/>
          <p:nvPr/>
        </p:nvSpPr>
        <p:spPr>
          <a:xfrm>
            <a:off x="7808976" y="4023360"/>
            <a:ext cx="1170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Fondo / Card</a:t>
            </a:r>
            <a:endParaRPr lang="es-CO" sz="750" noProof="0" dirty="0"/>
          </a:p>
        </p:txBody>
      </p:sp>
      <p:sp>
        <p:nvSpPr>
          <p:cNvPr id="58" name="Text 56"/>
          <p:cNvSpPr/>
          <p:nvPr/>
        </p:nvSpPr>
        <p:spPr>
          <a:xfrm>
            <a:off x="7808976" y="4343400"/>
            <a:ext cx="1170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#F9FAFB</a:t>
            </a:r>
            <a:endParaRPr lang="es-CO" sz="7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s-CO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Tipografía</a:t>
            </a:r>
            <a:endParaRPr lang="es-CO" sz="26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09728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114800" cy="3474720"/>
          </a:xfrm>
          <a:prstGeom prst="rect">
            <a:avLst/>
          </a:prstGeom>
          <a:solidFill>
            <a:srgbClr val="052E16"/>
          </a:solidFill>
          <a:ln w="12700">
            <a:solidFill>
              <a:srgbClr val="052E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0" b="1" noProof="0" dirty="0" err="1">
                <a:solidFill>
                  <a:srgbClr val="FFFFFF"/>
                </a:solidFill>
                <a:latin typeface="Inter"/>
                <a:ea typeface="Segoe UI" pitchFamily="34" charset="-122"/>
                <a:cs typeface="Segoe UI" pitchFamily="34" charset="-120"/>
              </a:rPr>
              <a:t>Aa</a:t>
            </a:r>
            <a:endParaRPr lang="es-CO" sz="8000" noProof="0" dirty="0">
              <a:latin typeface="Inter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CO" sz="2000" b="1" dirty="0">
                <a:solidFill>
                  <a:srgbClr val="4ADE80"/>
                </a:solidFill>
                <a:latin typeface="Inter"/>
                <a:ea typeface="Segoe UI" pitchFamily="34" charset="-122"/>
                <a:cs typeface="Segoe UI" pitchFamily="34" charset="-120"/>
              </a:rPr>
              <a:t>Inter</a:t>
            </a:r>
            <a:endParaRPr lang="es-CO" sz="1800" noProof="0" dirty="0">
              <a:latin typeface="Inter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BBF7D0"/>
                </a:solidFill>
                <a:latin typeface="Inter"/>
                <a:ea typeface="Segoe UI" pitchFamily="34" charset="-122"/>
                <a:cs typeface="Segoe UI" pitchFamily="34" charset="-120"/>
              </a:rPr>
              <a:t>Fuente Principal del Sistema</a:t>
            </a:r>
            <a:endParaRPr lang="es-CO" sz="1100" noProof="0" dirty="0">
              <a:latin typeface="Inter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2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A B C D E F G H I J K L M</a:t>
            </a:r>
            <a:endParaRPr lang="es-CO" sz="1200" noProof="0" dirty="0">
              <a:latin typeface="Inter"/>
            </a:endParaRPr>
          </a:p>
          <a:p>
            <a:pPr marL="0" indent="0" algn="ctr">
              <a:buNone/>
            </a:pPr>
            <a:r>
              <a:rPr lang="es-CO" sz="12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N O P Q R S T U V W X Y Z</a:t>
            </a:r>
            <a:endParaRPr lang="es-CO" sz="1200" noProof="0" dirty="0">
              <a:latin typeface="Inter"/>
            </a:endParaRPr>
          </a:p>
          <a:p>
            <a:pPr marL="0" indent="0" algn="ctr">
              <a:buNone/>
            </a:pPr>
            <a:r>
              <a:rPr lang="es-CO" sz="12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a b c d e f g h i j k l m</a:t>
            </a:r>
            <a:endParaRPr lang="es-CO" sz="1200" noProof="0" dirty="0">
              <a:latin typeface="Inter"/>
            </a:endParaRPr>
          </a:p>
          <a:p>
            <a:pPr marL="0" indent="0" algn="ctr">
              <a:buNone/>
            </a:pPr>
            <a:r>
              <a:rPr lang="es-CO" sz="12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0 1 2 3 4 5 6 7 8 9</a:t>
            </a:r>
            <a:endParaRPr lang="es-CO" sz="1200" noProof="0" dirty="0">
              <a:latin typeface="Inter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200" b="1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H1 — Título de página</a:t>
            </a:r>
            <a:endParaRPr lang="es-CO" sz="2200" noProof="0" dirty="0">
              <a:latin typeface="Inter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46320" y="16276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30px · Bold · #111827</a:t>
            </a:r>
            <a:endParaRPr lang="es-CO" sz="800" noProof="0" dirty="0">
              <a:latin typeface="Inter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846320" y="193852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600" b="1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H2 — Subtítulo</a:t>
            </a:r>
            <a:endParaRPr lang="es-CO" sz="1600" noProof="0" dirty="0">
              <a:latin typeface="Inter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46320" y="219456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20px · </a:t>
            </a:r>
            <a:r>
              <a:rPr lang="es-CO" sz="800" noProof="0" dirty="0" err="1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Semibold</a:t>
            </a: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 · #374151</a:t>
            </a:r>
            <a:endParaRPr lang="es-CO" sz="800" noProof="0" dirty="0">
              <a:latin typeface="Inter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46320" y="25054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300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H3 — </a:t>
            </a:r>
            <a:r>
              <a:rPr lang="es-CO" sz="1300" noProof="0" dirty="0" err="1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Header</a:t>
            </a:r>
            <a:r>
              <a:rPr lang="es-CO" sz="1300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 de sección</a:t>
            </a:r>
            <a:endParaRPr lang="es-CO" sz="1300" noProof="0" dirty="0">
              <a:latin typeface="Inter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27614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16px · Medium · #4B5563</a:t>
            </a:r>
            <a:endParaRPr lang="es-CO" sz="800" noProof="0" dirty="0">
              <a:latin typeface="Inter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46320" y="30723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noProof="0" dirty="0" err="1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Body</a:t>
            </a:r>
            <a:r>
              <a:rPr lang="es-CO" sz="1100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 — Texto principal</a:t>
            </a:r>
            <a:endParaRPr lang="es-CO" sz="1100" noProof="0" dirty="0">
              <a:latin typeface="Inter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46320" y="3328416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14px · Regular · #6B7280</a:t>
            </a:r>
            <a:endParaRPr lang="es-CO" sz="800" noProof="0" dirty="0">
              <a:latin typeface="Inter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46320" y="363931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50" noProof="0" dirty="0" err="1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Caption</a:t>
            </a:r>
            <a:r>
              <a:rPr lang="es-CO" sz="950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 / Etiqueta</a:t>
            </a:r>
            <a:endParaRPr lang="es-CO" sz="950" noProof="0" dirty="0">
              <a:latin typeface="Inter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846320" y="389534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12px · Medium · #9CA3AF</a:t>
            </a:r>
            <a:endParaRPr lang="es-CO" sz="800" noProof="0" dirty="0">
              <a:latin typeface="Inter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46320" y="42062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50" b="1" noProof="0" dirty="0" err="1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Badge</a:t>
            </a:r>
            <a:r>
              <a:rPr lang="es-CO" sz="850" b="1" noProof="0" dirty="0">
                <a:solidFill>
                  <a:srgbClr val="111827"/>
                </a:solidFill>
                <a:latin typeface="Inter"/>
                <a:ea typeface="Segoe UI" pitchFamily="34" charset="-122"/>
                <a:cs typeface="Segoe UI" pitchFamily="34" charset="-120"/>
              </a:rPr>
              <a:t> / Tag</a:t>
            </a:r>
            <a:endParaRPr lang="es-CO" sz="850" noProof="0" dirty="0">
              <a:latin typeface="Inter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46320" y="44622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10px · </a:t>
            </a:r>
            <a:r>
              <a:rPr lang="es-CO" sz="800" noProof="0" dirty="0" err="1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Semibold</a:t>
            </a:r>
            <a:r>
              <a:rPr lang="es-CO" sz="800" noProof="0" dirty="0">
                <a:solidFill>
                  <a:srgbClr val="6B7280"/>
                </a:solidFill>
                <a:latin typeface="Inter"/>
                <a:ea typeface="Segoe UI" pitchFamily="34" charset="-122"/>
                <a:cs typeface="Segoe UI" pitchFamily="34" charset="-120"/>
              </a:rPr>
              <a:t> · CAPS</a:t>
            </a:r>
            <a:endParaRPr lang="es-CO" sz="800" noProof="0" dirty="0">
              <a:latin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s-CO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Elementos Visuales — Botones</a:t>
            </a:r>
            <a:endParaRPr lang="es-CO" sz="2600" noProof="0" dirty="0"/>
          </a:p>
        </p:txBody>
      </p:sp>
      <p:sp>
        <p:nvSpPr>
          <p:cNvPr id="5" name="Shape 3"/>
          <p:cNvSpPr/>
          <p:nvPr/>
        </p:nvSpPr>
        <p:spPr>
          <a:xfrm flipV="1">
            <a:off x="457200" y="1188721"/>
            <a:ext cx="8229600" cy="4571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Confirmar Inscripción</a:t>
            </a:r>
            <a:endParaRPr lang="es-CO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834640" y="1417320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" name="Text 7"/>
          <p:cNvSpPr/>
          <p:nvPr/>
        </p:nvSpPr>
        <p:spPr>
          <a:xfrm>
            <a:off x="2834640" y="141732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 Alineación</a:t>
            </a:r>
            <a:endParaRPr lang="es-CO" sz="1000" noProof="0" dirty="0"/>
          </a:p>
        </p:txBody>
      </p:sp>
      <p:sp>
        <p:nvSpPr>
          <p:cNvPr id="10" name="Shape 8"/>
          <p:cNvSpPr/>
          <p:nvPr/>
        </p:nvSpPr>
        <p:spPr>
          <a:xfrm>
            <a:off x="5212080" y="1417320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1" name="Text 9"/>
          <p:cNvSpPr/>
          <p:nvPr/>
        </p:nvSpPr>
        <p:spPr>
          <a:xfrm>
            <a:off x="5212080" y="141732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2026-1 · Activo</a:t>
            </a:r>
            <a:endParaRPr lang="es-CO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649224" y="24231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" y="241401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Agregar</a:t>
            </a:r>
            <a:endParaRPr lang="es-CO" sz="1000" noProof="0" dirty="0"/>
          </a:p>
        </p:txBody>
      </p:sp>
      <p:sp>
        <p:nvSpPr>
          <p:cNvPr id="14" name="Shape 12"/>
          <p:cNvSpPr/>
          <p:nvPr/>
        </p:nvSpPr>
        <p:spPr>
          <a:xfrm>
            <a:off x="2377440" y="2393115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DC2626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5" name="Text 13"/>
          <p:cNvSpPr/>
          <p:nvPr/>
        </p:nvSpPr>
        <p:spPr>
          <a:xfrm>
            <a:off x="2377440" y="2393115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Rechazar</a:t>
            </a:r>
            <a:endParaRPr lang="es-CO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4105656" y="2393115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F3F4F6"/>
          </a:solidFill>
          <a:ln w="190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4105656" y="2393115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Cancelar</a:t>
            </a:r>
            <a:endParaRPr lang="es-CO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6028509" y="238658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EAB308"/>
          </a:solidFill>
          <a:ln w="1905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9" name="Text 17"/>
          <p:cNvSpPr/>
          <p:nvPr/>
        </p:nvSpPr>
        <p:spPr>
          <a:xfrm>
            <a:off x="6028509" y="238658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Sanción</a:t>
            </a:r>
            <a:endParaRPr lang="es-CO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457200" y="3410712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1" name="Text 19"/>
          <p:cNvSpPr/>
          <p:nvPr/>
        </p:nvSpPr>
        <p:spPr>
          <a:xfrm>
            <a:off x="457200" y="3417243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Guardar Cambios</a:t>
            </a:r>
            <a:endParaRPr lang="es-CO" sz="1000" noProof="0" dirty="0"/>
          </a:p>
        </p:txBody>
      </p:sp>
      <p:sp>
        <p:nvSpPr>
          <p:cNvPr id="22" name="Shape 20"/>
          <p:cNvSpPr/>
          <p:nvPr/>
        </p:nvSpPr>
        <p:spPr>
          <a:xfrm>
            <a:off x="2834640" y="3483864"/>
            <a:ext cx="137160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90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3" name="Text 21"/>
          <p:cNvSpPr/>
          <p:nvPr/>
        </p:nvSpPr>
        <p:spPr>
          <a:xfrm>
            <a:off x="2834640" y="3481251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Editar</a:t>
            </a:r>
            <a:endParaRPr lang="es-CO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4572000" y="3481251"/>
            <a:ext cx="1371600" cy="347472"/>
          </a:xfrm>
          <a:prstGeom prst="roundRect">
            <a:avLst>
              <a:gd name="adj" fmla="val 21053"/>
            </a:avLst>
          </a:prstGeom>
          <a:solidFill>
            <a:srgbClr val="F9FAFB"/>
          </a:solidFill>
          <a:ln w="190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5" name="Text 23"/>
          <p:cNvSpPr/>
          <p:nvPr/>
        </p:nvSpPr>
        <p:spPr>
          <a:xfrm>
            <a:off x="4572000" y="348386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000" b="1" noProof="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Deshabilitado</a:t>
            </a:r>
            <a:endParaRPr lang="es-CO" sz="1000" noProof="0" dirty="0"/>
          </a:p>
        </p:txBody>
      </p:sp>
      <p:sp>
        <p:nvSpPr>
          <p:cNvPr id="26" name="Shape 24"/>
          <p:cNvSpPr/>
          <p:nvPr/>
        </p:nvSpPr>
        <p:spPr>
          <a:xfrm>
            <a:off x="457200" y="4306824"/>
            <a:ext cx="8229600" cy="3657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s-CO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Elementos Visuales — </a:t>
            </a:r>
            <a:r>
              <a:rPr lang="es-CO" sz="2600" b="1" noProof="0" dirty="0" err="1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Cards</a:t>
            </a: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&amp; </a:t>
            </a:r>
            <a:r>
              <a:rPr lang="es-CO" sz="2600" b="1" noProof="0" dirty="0" err="1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Badges</a:t>
            </a:r>
            <a:endParaRPr lang="es-CO" sz="26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28600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100" noProof="0" dirty="0" err="1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</a:t>
            </a:r>
            <a:r>
              <a:rPr lang="es-CO" sz="900" b="1" kern="0" spc="100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Card — Métrica</a:t>
            </a:r>
            <a:endParaRPr lang="es-CO" sz="900" noProof="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8" name="Shape 6"/>
          <p:cNvSpPr/>
          <p:nvPr/>
        </p:nvSpPr>
        <p:spPr>
          <a:xfrm>
            <a:off x="594360" y="1938528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" name="Text 7"/>
          <p:cNvSpPr/>
          <p:nvPr/>
        </p:nvSpPr>
        <p:spPr>
          <a:xfrm>
            <a:off x="594360" y="180136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1280160" y="187452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Goles</a:t>
            </a:r>
            <a:endParaRPr lang="es-CO" sz="900" noProof="0" dirty="0"/>
          </a:p>
        </p:txBody>
      </p:sp>
      <p:sp>
        <p:nvSpPr>
          <p:cNvPr id="11" name="Text 9"/>
          <p:cNvSpPr/>
          <p:nvPr/>
        </p:nvSpPr>
        <p:spPr>
          <a:xfrm>
            <a:off x="1280160" y="205740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2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s-CO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1280160" y="2542032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5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goles en 12 partidos</a:t>
            </a:r>
            <a:endParaRPr lang="es-CO" sz="850" noProof="0" dirty="0"/>
          </a:p>
        </p:txBody>
      </p:sp>
      <p:sp>
        <p:nvSpPr>
          <p:cNvPr id="13" name="Text 11"/>
          <p:cNvSpPr/>
          <p:nvPr/>
        </p:nvSpPr>
        <p:spPr>
          <a:xfrm>
            <a:off x="3200400" y="13716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100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Card de Equipo</a:t>
            </a:r>
            <a:endParaRPr lang="es-CO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3200400" y="1664208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15" name="Shape 13"/>
          <p:cNvSpPr/>
          <p:nvPr/>
        </p:nvSpPr>
        <p:spPr>
          <a:xfrm>
            <a:off x="3200400" y="1664208"/>
            <a:ext cx="2468880" cy="640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6" name="Shape 14"/>
          <p:cNvSpPr/>
          <p:nvPr/>
        </p:nvSpPr>
        <p:spPr>
          <a:xfrm>
            <a:off x="3413760" y="1796796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052E16"/>
          </a:solidFill>
          <a:ln w="1270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17" name="Text 15"/>
          <p:cNvSpPr/>
          <p:nvPr/>
        </p:nvSpPr>
        <p:spPr>
          <a:xfrm>
            <a:off x="3337560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2200" noProof="0" dirty="0"/>
          </a:p>
        </p:txBody>
      </p:sp>
      <p:sp>
        <p:nvSpPr>
          <p:cNvPr id="18" name="Text 16"/>
          <p:cNvSpPr/>
          <p:nvPr/>
        </p:nvSpPr>
        <p:spPr>
          <a:xfrm>
            <a:off x="4069080" y="187452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FC KERNEL</a:t>
            </a:r>
            <a:endParaRPr lang="es-CO" sz="1100" noProof="0" dirty="0"/>
          </a:p>
        </p:txBody>
      </p:sp>
      <p:sp>
        <p:nvSpPr>
          <p:cNvPr id="19" name="Text 17"/>
          <p:cNvSpPr/>
          <p:nvPr/>
        </p:nvSpPr>
        <p:spPr>
          <a:xfrm>
            <a:off x="4069080" y="213055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50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Ingeniería de Sistemas</a:t>
            </a:r>
            <a:endParaRPr lang="es-CO" sz="850" noProof="0" dirty="0"/>
          </a:p>
        </p:txBody>
      </p:sp>
      <p:sp>
        <p:nvSpPr>
          <p:cNvPr id="20" name="Text 18"/>
          <p:cNvSpPr/>
          <p:nvPr/>
        </p:nvSpPr>
        <p:spPr>
          <a:xfrm>
            <a:off x="3337560" y="24688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85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jugadores  ·  Titular</a:t>
            </a:r>
            <a:endParaRPr lang="es-CO" sz="850" noProof="0" dirty="0"/>
          </a:p>
        </p:txBody>
      </p:sp>
      <p:sp>
        <p:nvSpPr>
          <p:cNvPr id="21" name="Shape 19"/>
          <p:cNvSpPr/>
          <p:nvPr/>
        </p:nvSpPr>
        <p:spPr>
          <a:xfrm>
            <a:off x="3376749" y="2683764"/>
            <a:ext cx="822960" cy="182880"/>
          </a:xfrm>
          <a:prstGeom prst="roundRect">
            <a:avLst>
              <a:gd name="adj" fmla="val 25000"/>
            </a:avLst>
          </a:prstGeom>
          <a:solidFill>
            <a:srgbClr val="BBF7D0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2" name="Text 20"/>
          <p:cNvSpPr/>
          <p:nvPr/>
        </p:nvSpPr>
        <p:spPr>
          <a:xfrm>
            <a:off x="3337560" y="269748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75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ACTIVO</a:t>
            </a:r>
            <a:endParaRPr lang="es-CO" sz="750" noProof="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100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</a:t>
            </a:r>
            <a:r>
              <a:rPr lang="es-CO" sz="900" b="1" kern="0" spc="100" noProof="0" dirty="0" err="1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Badges</a:t>
            </a:r>
            <a:r>
              <a:rPr lang="es-CO" sz="900" b="1" kern="0" spc="100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Chips de Estado</a:t>
            </a:r>
            <a:endParaRPr lang="es-CO" sz="900" noProof="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5" name="Text 23"/>
          <p:cNvSpPr/>
          <p:nvPr/>
        </p:nvSpPr>
        <p:spPr>
          <a:xfrm>
            <a:off x="457200" y="34015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b="1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2026-1 · Activo</a:t>
            </a:r>
            <a:endParaRPr lang="es-CO" sz="900" noProof="0" dirty="0"/>
          </a:p>
        </p:txBody>
      </p:sp>
      <p:sp>
        <p:nvSpPr>
          <p:cNvPr id="26" name="Text 24"/>
          <p:cNvSpPr/>
          <p:nvPr/>
        </p:nvSpPr>
        <p:spPr>
          <a:xfrm>
            <a:off x="45720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Torneo activo</a:t>
            </a:r>
            <a:endParaRPr lang="es-CO" sz="800" noProof="0" dirty="0"/>
          </a:p>
        </p:txBody>
      </p:sp>
      <p:sp>
        <p:nvSpPr>
          <p:cNvPr id="27" name="Shape 25"/>
          <p:cNvSpPr/>
          <p:nvPr/>
        </p:nvSpPr>
        <p:spPr>
          <a:xfrm>
            <a:off x="1874520" y="34015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28" name="Text 26"/>
          <p:cNvSpPr/>
          <p:nvPr/>
        </p:nvSpPr>
        <p:spPr>
          <a:xfrm>
            <a:off x="1874520" y="34015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Revisión</a:t>
            </a:r>
            <a:endParaRPr lang="es-CO" sz="900" noProof="0" dirty="0"/>
          </a:p>
        </p:txBody>
      </p:sp>
      <p:sp>
        <p:nvSpPr>
          <p:cNvPr id="29" name="Text 27"/>
          <p:cNvSpPr/>
          <p:nvPr/>
        </p:nvSpPr>
        <p:spPr>
          <a:xfrm>
            <a:off x="187452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intermedio</a:t>
            </a:r>
            <a:endParaRPr lang="es-CO" sz="800" noProof="0" dirty="0"/>
          </a:p>
        </p:txBody>
      </p:sp>
      <p:sp>
        <p:nvSpPr>
          <p:cNvPr id="30" name="Shape 28"/>
          <p:cNvSpPr/>
          <p:nvPr/>
        </p:nvSpPr>
        <p:spPr>
          <a:xfrm>
            <a:off x="3291840" y="34015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1" name="Text 29"/>
          <p:cNvSpPr/>
          <p:nvPr/>
        </p:nvSpPr>
        <p:spPr>
          <a:xfrm>
            <a:off x="3291840" y="34015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b="1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Aprobado</a:t>
            </a:r>
            <a:endParaRPr lang="es-CO" sz="900" noProof="0" dirty="0"/>
          </a:p>
        </p:txBody>
      </p:sp>
      <p:sp>
        <p:nvSpPr>
          <p:cNvPr id="32" name="Text 30"/>
          <p:cNvSpPr/>
          <p:nvPr/>
        </p:nvSpPr>
        <p:spPr>
          <a:xfrm>
            <a:off x="329184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positivo</a:t>
            </a:r>
            <a:endParaRPr lang="es-CO" sz="800" noProof="0" dirty="0"/>
          </a:p>
        </p:txBody>
      </p:sp>
      <p:sp>
        <p:nvSpPr>
          <p:cNvPr id="33" name="Shape 31"/>
          <p:cNvSpPr/>
          <p:nvPr/>
        </p:nvSpPr>
        <p:spPr>
          <a:xfrm>
            <a:off x="4709160" y="34015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4" name="Text 32"/>
          <p:cNvSpPr/>
          <p:nvPr/>
        </p:nvSpPr>
        <p:spPr>
          <a:xfrm>
            <a:off x="4709160" y="34015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b="1" noProof="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Rechazado</a:t>
            </a:r>
            <a:endParaRPr lang="es-CO" sz="900" noProof="0" dirty="0"/>
          </a:p>
        </p:txBody>
      </p:sp>
      <p:sp>
        <p:nvSpPr>
          <p:cNvPr id="35" name="Text 33"/>
          <p:cNvSpPr/>
          <p:nvPr/>
        </p:nvSpPr>
        <p:spPr>
          <a:xfrm>
            <a:off x="470916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negativo</a:t>
            </a:r>
            <a:endParaRPr lang="es-CO" sz="800" noProof="0" dirty="0"/>
          </a:p>
        </p:txBody>
      </p:sp>
      <p:sp>
        <p:nvSpPr>
          <p:cNvPr id="36" name="Shape 34"/>
          <p:cNvSpPr/>
          <p:nvPr/>
        </p:nvSpPr>
        <p:spPr>
          <a:xfrm>
            <a:off x="6126480" y="34015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7" name="Text 35"/>
          <p:cNvSpPr/>
          <p:nvPr/>
        </p:nvSpPr>
        <p:spPr>
          <a:xfrm>
            <a:off x="6126480" y="34015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b="1" noProof="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Suspendido</a:t>
            </a:r>
            <a:endParaRPr lang="es-CO" sz="900" noProof="0" dirty="0"/>
          </a:p>
        </p:txBody>
      </p:sp>
      <p:sp>
        <p:nvSpPr>
          <p:cNvPr id="38" name="Text 36"/>
          <p:cNvSpPr/>
          <p:nvPr/>
        </p:nvSpPr>
        <p:spPr>
          <a:xfrm>
            <a:off x="612648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Sanción</a:t>
            </a:r>
            <a:endParaRPr lang="es-CO" sz="800" noProof="0" dirty="0"/>
          </a:p>
        </p:txBody>
      </p:sp>
      <p:sp>
        <p:nvSpPr>
          <p:cNvPr id="39" name="Shape 37"/>
          <p:cNvSpPr/>
          <p:nvPr/>
        </p:nvSpPr>
        <p:spPr>
          <a:xfrm>
            <a:off x="7543800" y="34015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0" name="Text 38"/>
          <p:cNvSpPr/>
          <p:nvPr/>
        </p:nvSpPr>
        <p:spPr>
          <a:xfrm>
            <a:off x="7543800" y="34015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b="1" noProof="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RF11</a:t>
            </a:r>
            <a:endParaRPr lang="es-CO" sz="900" noProof="0" dirty="0"/>
          </a:p>
        </p:txBody>
      </p:sp>
      <p:sp>
        <p:nvSpPr>
          <p:cNvPr id="41" name="Text 39"/>
          <p:cNvSpPr/>
          <p:nvPr/>
        </p:nvSpPr>
        <p:spPr>
          <a:xfrm>
            <a:off x="754380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Referencia RF</a:t>
            </a:r>
            <a:endParaRPr lang="es-CO" sz="800" noProof="0" dirty="0"/>
          </a:p>
        </p:txBody>
      </p:sp>
      <p:sp>
        <p:nvSpPr>
          <p:cNvPr id="42" name="Text 40"/>
          <p:cNvSpPr/>
          <p:nvPr/>
        </p:nvSpPr>
        <p:spPr>
          <a:xfrm>
            <a:off x="457200" y="41148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b="1" kern="0" spc="100" noProof="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Indicadores de Clasificación en Tabla</a:t>
            </a:r>
            <a:endParaRPr lang="es-CO" sz="900" noProof="0" dirty="0"/>
          </a:p>
        </p:txBody>
      </p:sp>
      <p:sp>
        <p:nvSpPr>
          <p:cNvPr id="43" name="Shape 41"/>
          <p:cNvSpPr/>
          <p:nvPr/>
        </p:nvSpPr>
        <p:spPr>
          <a:xfrm>
            <a:off x="457200" y="4416552"/>
            <a:ext cx="54864" cy="32004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4" name="Shape 42"/>
          <p:cNvSpPr/>
          <p:nvPr/>
        </p:nvSpPr>
        <p:spPr>
          <a:xfrm>
            <a:off x="512064" y="4416552"/>
            <a:ext cx="2468880" cy="3200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5" name="Text 43"/>
          <p:cNvSpPr/>
          <p:nvPr/>
        </p:nvSpPr>
        <p:spPr>
          <a:xfrm>
            <a:off x="640080" y="44165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Clasifican a Semifinales</a:t>
            </a:r>
            <a:endParaRPr lang="es-CO" sz="900" noProof="0" dirty="0"/>
          </a:p>
        </p:txBody>
      </p:sp>
      <p:sp>
        <p:nvSpPr>
          <p:cNvPr id="46" name="Shape 44"/>
          <p:cNvSpPr/>
          <p:nvPr/>
        </p:nvSpPr>
        <p:spPr>
          <a:xfrm>
            <a:off x="3200400" y="4416552"/>
            <a:ext cx="54864" cy="320040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7" name="Shape 45"/>
          <p:cNvSpPr/>
          <p:nvPr/>
        </p:nvSpPr>
        <p:spPr>
          <a:xfrm>
            <a:off x="3255264" y="4416552"/>
            <a:ext cx="2468880" cy="3200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8" name="Text 46"/>
          <p:cNvSpPr/>
          <p:nvPr/>
        </p:nvSpPr>
        <p:spPr>
          <a:xfrm>
            <a:off x="3383280" y="44165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de Grupos</a:t>
            </a:r>
            <a:endParaRPr lang="es-CO" sz="900" noProof="0" dirty="0"/>
          </a:p>
        </p:txBody>
      </p:sp>
      <p:sp>
        <p:nvSpPr>
          <p:cNvPr id="49" name="Shape 47"/>
          <p:cNvSpPr/>
          <p:nvPr/>
        </p:nvSpPr>
        <p:spPr>
          <a:xfrm>
            <a:off x="5943600" y="4416552"/>
            <a:ext cx="54864" cy="3200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0" name="Shape 48"/>
          <p:cNvSpPr/>
          <p:nvPr/>
        </p:nvSpPr>
        <p:spPr>
          <a:xfrm>
            <a:off x="5998464" y="4416552"/>
            <a:ext cx="2468880" cy="3200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1" name="Text 49"/>
          <p:cNvSpPr/>
          <p:nvPr/>
        </p:nvSpPr>
        <p:spPr>
          <a:xfrm>
            <a:off x="6126480" y="44165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900" noProof="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clasifican</a:t>
            </a:r>
            <a:endParaRPr lang="es-CO" sz="900" noProof="0" dirty="0"/>
          </a:p>
        </p:txBody>
      </p:sp>
      <p:sp>
        <p:nvSpPr>
          <p:cNvPr id="52" name="AutoShape 2" descr="Balón De Fútbol PNG, Dibujos, Vectores Para Descarga Gratuita - Pngtree">
            <a:extLst>
              <a:ext uri="{FF2B5EF4-FFF2-40B4-BE49-F238E27FC236}">
                <a16:creationId xmlns:a16="http://schemas.microsoft.com/office/drawing/2014/main" id="{926E8CDE-AA5B-E1DE-A6BB-3AFDB697C1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sp>
        <p:nvSpPr>
          <p:cNvPr id="53" name="AutoShape 4" descr="Balón De Fútbol PNG, Dibujos, Vectores Para Descarga Gratuita - Pngtree">
            <a:extLst>
              <a:ext uri="{FF2B5EF4-FFF2-40B4-BE49-F238E27FC236}">
                <a16:creationId xmlns:a16="http://schemas.microsoft.com/office/drawing/2014/main" id="{7633A97A-9D25-50C5-78E2-3E64DEBE4D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sp>
        <p:nvSpPr>
          <p:cNvPr id="54" name="AutoShape 8" descr="Futbol Sin Fondo PNG ,dibujos Fútbol Americano, Balón De Fútbol,  Ilustración De Balón De Fútbol PNG Imagen para Descarga Gratuita | Pngtree">
            <a:extLst>
              <a:ext uri="{FF2B5EF4-FFF2-40B4-BE49-F238E27FC236}">
                <a16:creationId xmlns:a16="http://schemas.microsoft.com/office/drawing/2014/main" id="{2524BD26-D546-E828-99E9-D73A2FDF2F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27241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sp>
        <p:nvSpPr>
          <p:cNvPr id="55" name="AutoShape 14" descr="Vector Icono Del Fútbol PNG ,dibujos Clipart De Fútbol En Blanco Y Negro,  Iconos De Futbol, Fútbol Americano PNG y Vector para Descargar Gratis |  Pngtree">
            <a:extLst>
              <a:ext uri="{FF2B5EF4-FFF2-40B4-BE49-F238E27FC236}">
                <a16:creationId xmlns:a16="http://schemas.microsoft.com/office/drawing/2014/main" id="{99C7229D-D652-138F-B1AA-F2392697A4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28765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2064" name="Picture 16" descr="Imágenes de Escudo futbol - Descarga gratuita en Freepik">
            <a:extLst>
              <a:ext uri="{FF2B5EF4-FFF2-40B4-BE49-F238E27FC236}">
                <a16:creationId xmlns:a16="http://schemas.microsoft.com/office/drawing/2014/main" id="{AF926A33-6D62-D24A-3CB4-E0FE47B66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8520" y="1777855"/>
            <a:ext cx="670560" cy="67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Imagen 55" descr="PSD de Balones futbol png, plantillas PSD gratuitas de gran calidad para  descargar | Freepik">
            <a:extLst>
              <a:ext uri="{FF2B5EF4-FFF2-40B4-BE49-F238E27FC236}">
                <a16:creationId xmlns:a16="http://schemas.microsoft.com/office/drawing/2014/main" id="{ED30508D-28FA-28FA-15CE-3078F39EA6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1081" y1="21076" x2="41081" y2="21076"/>
                        <a14:foregroundMark x1="27027" y1="38372" x2="27027" y2="38372"/>
                        <a14:foregroundMark x1="30135" y1="59593" x2="30135" y2="59593"/>
                        <a14:foregroundMark x1="23919" y1="47965" x2="23919" y2="47965"/>
                        <a14:foregroundMark x1="36892" y1="28343" x2="36892" y2="28343"/>
                        <a14:foregroundMark x1="37703" y1="26890" x2="37703" y2="26890"/>
                        <a14:foregroundMark x1="26757" y1="38808" x2="26757" y2="38808"/>
                        <a14:foregroundMark x1="25946" y1="36047" x2="24189" y2="4956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201" y="1935381"/>
            <a:ext cx="636678" cy="591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4ED7C-CEAF-BF6B-3B15-AE497BCD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F6B02C-DD65-2587-0748-33CAF2AE1745}"/>
              </a:ext>
            </a:extLst>
          </p:cNvPr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85D985-4493-DBE5-2141-6052527DEA9C}"/>
              </a:ext>
            </a:extLst>
          </p:cNvPr>
          <p:cNvSpPr/>
          <p:nvPr/>
        </p:nvSpPr>
        <p:spPr>
          <a:xfrm>
            <a:off x="457200" y="320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100" b="1" noProof="0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s-CO" sz="11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77D2C06-36D9-7664-92B3-B44F073DFF76}"/>
              </a:ext>
            </a:extLst>
          </p:cNvPr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600" b="1" noProof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Tipografía / Colores / Detalle</a:t>
            </a:r>
            <a:endParaRPr lang="es-CO" sz="26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3B8756A-D0F1-2E23-ACD2-734FD223BE40}"/>
              </a:ext>
            </a:extLst>
          </p:cNvPr>
          <p:cNvSpPr/>
          <p:nvPr/>
        </p:nvSpPr>
        <p:spPr>
          <a:xfrm>
            <a:off x="457200" y="1234440"/>
            <a:ext cx="109728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6421849-E0B8-D4F5-BC79-482F17170214}"/>
              </a:ext>
            </a:extLst>
          </p:cNvPr>
          <p:cNvSpPr/>
          <p:nvPr/>
        </p:nvSpPr>
        <p:spPr>
          <a:xfrm>
            <a:off x="457200" y="1416340"/>
            <a:ext cx="2592977" cy="1737360"/>
          </a:xfrm>
          <a:prstGeom prst="rect">
            <a:avLst/>
          </a:prstGeom>
          <a:solidFill>
            <a:srgbClr val="052E16"/>
          </a:solidFill>
          <a:ln w="12700">
            <a:solidFill>
              <a:srgbClr val="052E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O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71E8EF-04AD-D206-35F5-B19660ECEDE0}"/>
              </a:ext>
            </a:extLst>
          </p:cNvPr>
          <p:cNvSpPr/>
          <p:nvPr/>
        </p:nvSpPr>
        <p:spPr>
          <a:xfrm>
            <a:off x="574766" y="1291590"/>
            <a:ext cx="135200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8000" noProof="0" dirty="0">
              <a:latin typeface="Inter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4DA793-95CB-1E9C-8542-086C00436980}"/>
              </a:ext>
            </a:extLst>
          </p:cNvPr>
          <p:cNvSpPr/>
          <p:nvPr/>
        </p:nvSpPr>
        <p:spPr>
          <a:xfrm>
            <a:off x="-303712" y="1463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CO" sz="2000" b="1" dirty="0">
                <a:solidFill>
                  <a:srgbClr val="4ADE80"/>
                </a:solidFill>
                <a:latin typeface="Inter"/>
                <a:ea typeface="Segoe UI" pitchFamily="34" charset="-122"/>
                <a:cs typeface="Segoe UI" pitchFamily="34" charset="-120"/>
              </a:rPr>
              <a:t>Inter</a:t>
            </a:r>
            <a:endParaRPr lang="es-CO" sz="1800" noProof="0" dirty="0">
              <a:latin typeface="Inter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BA91D5-1EE5-04DE-3A5A-C513DA37816A}"/>
              </a:ext>
            </a:extLst>
          </p:cNvPr>
          <p:cNvSpPr/>
          <p:nvPr/>
        </p:nvSpPr>
        <p:spPr>
          <a:xfrm>
            <a:off x="-303712" y="18735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BBF7D0"/>
                </a:solidFill>
                <a:latin typeface="Inter"/>
                <a:ea typeface="Segoe UI" pitchFamily="34" charset="-122"/>
                <a:cs typeface="Segoe UI" pitchFamily="34" charset="-120"/>
              </a:rPr>
              <a:t>Fuente Principal del Sistema</a:t>
            </a:r>
            <a:endParaRPr lang="es-CO" sz="1100" noProof="0" dirty="0">
              <a:latin typeface="Inter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D93DF73-6B19-DC02-33BF-73C795A2EEEC}"/>
              </a:ext>
            </a:extLst>
          </p:cNvPr>
          <p:cNvSpPr txBox="1"/>
          <p:nvPr/>
        </p:nvSpPr>
        <p:spPr>
          <a:xfrm>
            <a:off x="-609056" y="2275876"/>
            <a:ext cx="47254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CO" sz="8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A B C D E F G H I J K L M</a:t>
            </a:r>
            <a:endParaRPr lang="es-CO" sz="800" noProof="0" dirty="0">
              <a:latin typeface="Inter"/>
            </a:endParaRPr>
          </a:p>
          <a:p>
            <a:pPr marL="0" indent="0" algn="ctr">
              <a:buNone/>
            </a:pPr>
            <a:r>
              <a:rPr lang="es-CO" sz="8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N O P Q R S T U V W X Y Z</a:t>
            </a:r>
            <a:endParaRPr lang="es-CO" sz="800" noProof="0" dirty="0">
              <a:latin typeface="Inter"/>
            </a:endParaRPr>
          </a:p>
          <a:p>
            <a:pPr marL="0" indent="0" algn="ctr">
              <a:buNone/>
            </a:pPr>
            <a:r>
              <a:rPr lang="es-CO" sz="8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a b c d e f g h i j k l m</a:t>
            </a:r>
            <a:endParaRPr lang="es-CO" sz="800" noProof="0" dirty="0">
              <a:latin typeface="Inter"/>
            </a:endParaRPr>
          </a:p>
          <a:p>
            <a:pPr marL="0" indent="0" algn="ctr">
              <a:buNone/>
            </a:pPr>
            <a:r>
              <a:rPr lang="es-CO" sz="800" noProof="0" dirty="0">
                <a:solidFill>
                  <a:srgbClr val="86EFAC"/>
                </a:solidFill>
                <a:latin typeface="Inter"/>
                <a:ea typeface="Segoe UI" pitchFamily="34" charset="-122"/>
                <a:cs typeface="Segoe UI" pitchFamily="34" charset="-120"/>
              </a:rPr>
              <a:t>0 1 2 3 4 5 6 7 8 9</a:t>
            </a:r>
            <a:endParaRPr lang="es-CO" sz="800" noProof="0" dirty="0">
              <a:latin typeface="Inter"/>
            </a:endParaRPr>
          </a:p>
        </p:txBody>
      </p:sp>
      <p:pic>
        <p:nvPicPr>
          <p:cNvPr id="56" name="Imagen 55">
            <a:extLst>
              <a:ext uri="{FF2B5EF4-FFF2-40B4-BE49-F238E27FC236}">
                <a16:creationId xmlns:a16="http://schemas.microsoft.com/office/drawing/2014/main" id="{191AD113-049F-2AA4-7D6E-AC6E79D21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005" y="1624957"/>
            <a:ext cx="5939995" cy="1137246"/>
          </a:xfrm>
          <a:prstGeom prst="rect">
            <a:avLst/>
          </a:prstGeom>
        </p:spPr>
      </p:pic>
      <p:sp>
        <p:nvSpPr>
          <p:cNvPr id="57" name="Text 8">
            <a:extLst>
              <a:ext uri="{FF2B5EF4-FFF2-40B4-BE49-F238E27FC236}">
                <a16:creationId xmlns:a16="http://schemas.microsoft.com/office/drawing/2014/main" id="{29918D5E-5F0D-1E07-9BFF-2A7F7B0E698C}"/>
              </a:ext>
            </a:extLst>
          </p:cNvPr>
          <p:cNvSpPr/>
          <p:nvPr/>
        </p:nvSpPr>
        <p:spPr>
          <a:xfrm>
            <a:off x="457199" y="3322864"/>
            <a:ext cx="2645229" cy="14238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s-MX" sz="900" b="1" dirty="0"/>
              <a:t>Inter</a:t>
            </a:r>
            <a:r>
              <a:rPr lang="es-MX" sz="900" dirty="0"/>
              <a:t>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MX" sz="900" dirty="0"/>
              <a:t>Es una fuente diseñada específicamente para pantallas y interfaces digitales.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MX" sz="900" dirty="0"/>
              <a:t>Su principal ventaja es que es extremadamente legible en tamaños pequeños.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MX" sz="900" dirty="0"/>
              <a:t>Es ideal para una plataforma con tablas de posiciones, estadísticas y datos numéricos donde el usuario necesita leer información densa rápidamente.</a:t>
            </a:r>
            <a:endParaRPr lang="es-CO" sz="900" noProof="0" dirty="0"/>
          </a:p>
          <a:p>
            <a:pPr algn="ctr"/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</p:txBody>
      </p:sp>
      <p:sp>
        <p:nvSpPr>
          <p:cNvPr id="58" name="Text 8">
            <a:extLst>
              <a:ext uri="{FF2B5EF4-FFF2-40B4-BE49-F238E27FC236}">
                <a16:creationId xmlns:a16="http://schemas.microsoft.com/office/drawing/2014/main" id="{96CF7F31-1FDF-B9FE-49AA-7A7EE6C52001}"/>
              </a:ext>
            </a:extLst>
          </p:cNvPr>
          <p:cNvSpPr/>
          <p:nvPr/>
        </p:nvSpPr>
        <p:spPr>
          <a:xfrm>
            <a:off x="3204005" y="2860651"/>
            <a:ext cx="5373189" cy="2149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MX" sz="900" b="1" dirty="0"/>
              <a:t>Verde como color principal</a:t>
            </a:r>
            <a:r>
              <a:rPr lang="es-MX" sz="9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900" dirty="0"/>
              <a:t>Es el color del fútbol por excelencia, el césped, la cancha, el juego.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900" dirty="0"/>
              <a:t>En interfaces digitales el verde comunica éxito, aprobación y estados activos, que son exactamente los estados más importantes de la plataforma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900" dirty="0"/>
              <a:t>No es un verde cualquiera sino un verde oscuro institucional que transmite seriedad y confianza, alejándose de algo demasiado deportivo o infantil.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MX" sz="900" dirty="0"/>
          </a:p>
          <a:p>
            <a:r>
              <a:rPr lang="es-MX" sz="900" b="1" dirty="0"/>
              <a:t>El blanco y los grises neutros</a:t>
            </a:r>
            <a:r>
              <a:rPr lang="es-MX" sz="9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900" dirty="0"/>
              <a:t>como base sirven para que el verde resalte cuando aparece y para que tablas, </a:t>
            </a:r>
            <a:r>
              <a:rPr lang="es-MX" sz="900" dirty="0" err="1"/>
              <a:t>cards</a:t>
            </a:r>
            <a:r>
              <a:rPr lang="es-MX" sz="900" dirty="0"/>
              <a:t> y datos sean fáciles de leer sin cansar la vista. Esto se hace con el fin de darle un respiro a la pagina </a:t>
            </a:r>
          </a:p>
          <a:p>
            <a:endParaRPr lang="es-MX" sz="900" b="1" dirty="0"/>
          </a:p>
          <a:p>
            <a:r>
              <a:rPr lang="es-MX" sz="900" b="1" dirty="0"/>
              <a:t>El amarillo y el rojo</a:t>
            </a:r>
            <a:r>
              <a:rPr lang="es-MX" sz="9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900" dirty="0"/>
              <a:t>Tienen un rol específico y muy reconocible: tarjetas. Cualquier persona que haya visto un partido de fútbol entiende inmediatamente qué significa cada color, sin necesidad de leerlo. Es lenguaje visual universal del deporte.</a:t>
            </a:r>
          </a:p>
          <a:p>
            <a:pPr algn="ctr"/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  <a:p>
            <a:pPr marL="0" indent="0" algn="ctr">
              <a:buNone/>
            </a:pPr>
            <a:endParaRPr lang="es-CO" sz="900" noProof="0" dirty="0"/>
          </a:p>
        </p:txBody>
      </p:sp>
    </p:spTree>
    <p:extLst>
      <p:ext uri="{BB962C8B-B14F-4D97-AF65-F5344CB8AC3E}">
        <p14:creationId xmlns:p14="http://schemas.microsoft.com/office/powerpoint/2010/main" val="3751663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4" name="Shape 2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5" name="Text 3"/>
          <p:cNvSpPr/>
          <p:nvPr/>
        </p:nvSpPr>
        <p:spPr>
          <a:xfrm>
            <a:off x="3200400" y="36576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CO" sz="6000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204597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3800" b="1" kern="0" spc="500" noProof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TECHCUP FÚTBOL</a:t>
            </a:r>
            <a:endParaRPr lang="es-CO" sz="38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673386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600" noProof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de Identidad de Marca</a:t>
            </a:r>
            <a:endParaRPr lang="es-CO" sz="1600" noProof="0" dirty="0"/>
          </a:p>
        </p:txBody>
      </p:sp>
      <p:sp>
        <p:nvSpPr>
          <p:cNvPr id="8" name="Shape 6"/>
          <p:cNvSpPr/>
          <p:nvPr/>
        </p:nvSpPr>
        <p:spPr>
          <a:xfrm>
            <a:off x="3200400" y="3130085"/>
            <a:ext cx="274320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/>
          </a:p>
        </p:txBody>
      </p:sp>
      <p:sp>
        <p:nvSpPr>
          <p:cNvPr id="9" name="Text 7"/>
          <p:cNvSpPr/>
          <p:nvPr/>
        </p:nvSpPr>
        <p:spPr>
          <a:xfrm>
            <a:off x="914400" y="31318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100" noProof="0" dirty="0">
                <a:solidFill>
                  <a:srgbClr val="86EF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Escuela Colombiana de Ingeniería Julio Garavito</a:t>
            </a:r>
            <a:endParaRPr lang="es-CO" sz="1100" noProof="0" dirty="0"/>
          </a:p>
          <a:p>
            <a:pPr marL="0" indent="0" algn="ctr">
              <a:buNone/>
            </a:pPr>
            <a:r>
              <a:rPr lang="es-CO" sz="1100" noProof="0" dirty="0">
                <a:solidFill>
                  <a:srgbClr val="86EF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 Software II · DOSW 2 · 2026-1</a:t>
            </a:r>
            <a:endParaRPr lang="es-CO" sz="1100" noProof="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900" noProof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Este documento es de uso interno académico. Todos los elementos de diseño deben aplicarse</a:t>
            </a:r>
            <a:endParaRPr lang="es-CO" sz="900" noProof="0" dirty="0"/>
          </a:p>
          <a:p>
            <a:pPr marL="0" indent="0" algn="ctr">
              <a:buNone/>
            </a:pPr>
            <a:r>
              <a:rPr lang="es-CO" sz="900" noProof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consistentemente en las pantallas de la plataforma </a:t>
            </a:r>
            <a:r>
              <a:rPr lang="es-CO" sz="900" noProof="0" dirty="0" err="1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TechCup</a:t>
            </a:r>
            <a:r>
              <a:rPr lang="es-CO" sz="900" noProof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Fútbol.</a:t>
            </a:r>
            <a:endParaRPr lang="es-CO" sz="900" noProof="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9F7DCC04-2CCA-15BD-0984-432657C7F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36" b="89844" l="6641" r="91797">
                        <a14:foregroundMark x1="26172" y1="10059" x2="56348" y2="6934"/>
                        <a14:foregroundMark x1="56348" y1="6934" x2="66699" y2="8398"/>
                        <a14:foregroundMark x1="66699" y1="8398" x2="42090" y2="6934"/>
                        <a14:foregroundMark x1="42090" y1="6934" x2="29492" y2="8691"/>
                        <a14:foregroundMark x1="29492" y1="8691" x2="38965" y2="7129"/>
                        <a14:foregroundMark x1="38965" y1="7129" x2="61914" y2="8594"/>
                        <a14:foregroundMark x1="61914" y1="8594" x2="33301" y2="9961"/>
                        <a14:foregroundMark x1="33301" y1="9961" x2="45801" y2="9766"/>
                        <a14:foregroundMark x1="45801" y1="9766" x2="54395" y2="10059"/>
                        <a14:foregroundMark x1="54395" y1="10059" x2="65723" y2="9766"/>
                        <a14:foregroundMark x1="65723" y1="9766" x2="40723" y2="9766"/>
                        <a14:foregroundMark x1="40723" y1="9766" x2="29980" y2="24707"/>
                        <a14:foregroundMark x1="38281" y1="8301" x2="48730" y2="5859"/>
                        <a14:foregroundMark x1="48730" y1="5859" x2="59961" y2="7422"/>
                        <a14:foregroundMark x1="59961" y1="7422" x2="40625" y2="6836"/>
                        <a14:foregroundMark x1="12598" y1="39355" x2="9863" y2="49512"/>
                        <a14:foregroundMark x1="9863" y1="49512" x2="19141" y2="48047"/>
                        <a14:foregroundMark x1="19141" y1="48047" x2="10352" y2="51172"/>
                        <a14:foregroundMark x1="10352" y1="51172" x2="21777" y2="49414"/>
                        <a14:foregroundMark x1="21777" y1="49414" x2="22266" y2="48340"/>
                        <a14:foregroundMark x1="16113" y1="43457" x2="6836" y2="40527"/>
                        <a14:foregroundMark x1="6836" y1="40527" x2="11523" y2="40039"/>
                        <a14:foregroundMark x1="8984" y1="40332" x2="9375" y2="39941"/>
                        <a14:foregroundMark x1="9375" y1="38867" x2="6641" y2="37988"/>
                        <a14:foregroundMark x1="88965" y1="37793" x2="90723" y2="46387"/>
                        <a14:foregroundMark x1="90723" y1="46387" x2="83105" y2="50781"/>
                        <a14:foregroundMark x1="83105" y1="50781" x2="78613" y2="48340"/>
                        <a14:foregroundMark x1="90039" y1="42383" x2="89746" y2="38672"/>
                        <a14:foregroundMark x1="89453" y1="40820" x2="91797" y2="39258"/>
                        <a14:foregroundMark x1="9375" y1="51172" x2="9473" y2="51855"/>
                        <a14:foregroundMark x1="52832" y1="52930" x2="41211" y2="53809"/>
                        <a14:foregroundMark x1="41211" y1="53809" x2="39648" y2="65137"/>
                        <a14:foregroundMark x1="39648" y1="65137" x2="47168" y2="73633"/>
                        <a14:foregroundMark x1="47168" y1="73633" x2="56641" y2="73730"/>
                        <a14:foregroundMark x1="56641" y1="73730" x2="58105" y2="63965"/>
                        <a14:foregroundMark x1="58105" y1="63965" x2="43945" y2="68457"/>
                        <a14:foregroundMark x1="43945" y1="68457" x2="54883" y2="64844"/>
                        <a14:foregroundMark x1="54883" y1="64844" x2="45117" y2="70898"/>
                        <a14:foregroundMark x1="45117" y1="70898" x2="51953" y2="79785"/>
                        <a14:foregroundMark x1="51953" y1="79785" x2="61230" y2="74414"/>
                        <a14:foregroundMark x1="61230" y1="74414" x2="52637" y2="78906"/>
                        <a14:foregroundMark x1="52637" y1="78906" x2="40332" y2="66895"/>
                        <a14:foregroundMark x1="40332" y1="66895" x2="50488" y2="67969"/>
                        <a14:foregroundMark x1="50488" y1="67969" x2="45410" y2="75391"/>
                        <a14:foregroundMark x1="45410" y1="75391" x2="46973" y2="74121"/>
                        <a14:foregroundMark x1="58203" y1="58691" x2="57031" y2="60059"/>
                        <a14:foregroundMark x1="60254" y1="59082" x2="58789" y2="59863"/>
                        <a14:foregroundMark x1="62207" y1="62891" x2="60059" y2="63281"/>
                        <a14:foregroundMark x1="23291" y1="82617" x2="23730" y2="83496"/>
                        <a14:foregroundMark x1="23047" y1="82129" x2="23291" y2="82617"/>
                        <a14:foregroundMark x1="25391" y1="83496" x2="25488" y2="82813"/>
                        <a14:foregroundMark x1="28418" y1="84006" x2="28418" y2="84570"/>
                        <a14:foregroundMark x1="33301" y1="84961" x2="32617" y2="84863"/>
                        <a14:foregroundMark x1="35742" y1="85547" x2="35742" y2="85547"/>
                        <a14:foregroundMark x1="39258" y1="85156" x2="39258" y2="85156"/>
                        <a14:foregroundMark x1="43359" y1="85547" x2="43359" y2="85547"/>
                        <a14:foregroundMark x1="38379" y1="85742" x2="38379" y2="85742"/>
                        <a14:foregroundMark x1="46973" y1="86035" x2="46973" y2="86035"/>
                        <a14:foregroundMark x1="51172" y1="86035" x2="51172" y2="86035"/>
                        <a14:foregroundMark x1="52930" y1="85156" x2="52930" y2="85156"/>
                        <a14:foregroundMark x1="56543" y1="85156" x2="56543" y2="85156"/>
                        <a14:foregroundMark x1="61328" y1="83594" x2="61328" y2="83594"/>
                        <a14:foregroundMark x1="60449" y1="85059" x2="60449" y2="85059"/>
                        <a14:foregroundMark x1="63184" y1="84375" x2="63184" y2="84375"/>
                        <a14:foregroundMark x1="67578" y1="84082" x2="67578" y2="84082"/>
                        <a14:foregroundMark x1="69043" y1="83203" x2="69043" y2="83203"/>
                        <a14:foregroundMark x1="72070" y1="83008" x2="72070" y2="83008"/>
                        <a14:foregroundMark x1="75195" y1="82031" x2="75195" y2="82031"/>
                        <a14:foregroundMark x1="79297" y1="81348" x2="79297" y2="81348"/>
                        <a14:foregroundMark x1="20020" y1="80664" x2="20020" y2="80664"/>
                        <a14:foregroundMark x1="19824" y1="81543" x2="19824" y2="81543"/>
                        <a14:foregroundMark x1="19434" y1="83008" x2="19434" y2="83008"/>
                        <a14:foregroundMark x1="21289" y1="81543" x2="21359" y2="81264"/>
                        <a14:foregroundMark x1="21070" y1="82422" x2="21289" y2="81543"/>
                        <a14:foregroundMark x1="20801" y1="83496" x2="20972" y2="82813"/>
                        <a14:foregroundMark x1="20898" y1="81152" x2="20898" y2="80664"/>
                        <a14:foregroundMark x1="79395" y1="81641" x2="79395" y2="81641"/>
                        <a14:foregroundMark x1="79004" y1="80859" x2="79004" y2="80859"/>
                        <a14:foregroundMark x1="19434" y1="82520" x2="19434" y2="82520"/>
                        <a14:foregroundMark x1="22363" y1="83691" x2="22363" y2="83691"/>
                        <a14:foregroundMark x1="20117" y1="83203" x2="20117" y2="83203"/>
                        <a14:foregroundMark x1="20117" y1="83008" x2="20117" y2="83008"/>
                        <a14:foregroundMark x1="19922" y1="82910" x2="19922" y2="82910"/>
                        <a14:foregroundMark x1="19629" y1="82813" x2="19629" y2="82813"/>
                        <a14:foregroundMark x1="20020" y1="82813" x2="20020" y2="82813"/>
                        <a14:foregroundMark x1="19922" y1="82910" x2="19922" y2="82910"/>
                        <a14:foregroundMark x1="19531" y1="82813" x2="20020" y2="82813"/>
                        <a14:foregroundMark x1="38770" y1="85645" x2="38770" y2="85645"/>
                        <a14:foregroundMark x1="38477" y1="86035" x2="38770" y2="85449"/>
                        <a14:backgroundMark x1="44238" y1="86035" x2="44238" y2="86328"/>
                        <a14:backgroundMark x1="38965" y1="93945" x2="38965" y2="93945"/>
                        <a14:backgroundMark x1="28320" y1="83203" x2="28320" y2="83203"/>
                        <a14:backgroundMark x1="28516" y1="82910" x2="27930" y2="83691"/>
                        <a14:backgroundMark x1="72559" y1="83203" x2="72559" y2="83203"/>
                        <a14:backgroundMark x1="76367" y1="82910" x2="76367" y2="82910"/>
                        <a14:backgroundMark x1="79297" y1="81445" x2="79297" y2="81445"/>
                        <a14:backgroundMark x1="22266" y1="80176" x2="20605" y2="79492"/>
                        <a14:backgroundMark x1="20898" y1="81152" x2="20898" y2="81152"/>
                        <a14:backgroundMark x1="20703" y1="82813" x2="20703" y2="82813"/>
                        <a14:backgroundMark x1="20313" y1="82422" x2="20313" y2="82422"/>
                        <a14:backgroundMark x1="21191" y1="82617" x2="21191" y2="82617"/>
                        <a14:backgroundMark x1="20703" y1="81152" x2="20703" y2="81152"/>
                        <a14:backgroundMark x1="21191" y1="81152" x2="21484" y2="81348"/>
                        <a14:backgroundMark x1="21289" y1="82813" x2="21094" y2="82813"/>
                        <a14:backgroundMark x1="22363" y1="79395" x2="22168" y2="80176"/>
                        <a14:backgroundMark x1="20801" y1="80859" x2="20801" y2="80859"/>
                        <a14:backgroundMark x1="21289" y1="81445" x2="21289" y2="81445"/>
                        <a14:backgroundMark x1="21094" y1="81445" x2="21094" y2="81445"/>
                        <a14:backgroundMark x1="21387" y1="81543" x2="21387" y2="81543"/>
                        <a14:backgroundMark x1="21387" y1="81543" x2="21387" y2="81543"/>
                        <a14:backgroundMark x1="21191" y1="82813" x2="21191" y2="82813"/>
                        <a14:backgroundMark x1="20996" y1="82520" x2="20996" y2="82520"/>
                        <a14:backgroundMark x1="20996" y1="82520" x2="20996" y2="82520"/>
                        <a14:backgroundMark x1="20996" y1="82520" x2="20996" y2="82520"/>
                        <a14:backgroundMark x1="20996" y1="82227" x2="20996" y2="82227"/>
                        <a14:backgroundMark x1="21191" y1="82422" x2="21191" y2="82422"/>
                        <a14:backgroundMark x1="21191" y1="82910" x2="21191" y2="82910"/>
                        <a14:backgroundMark x1="20898" y1="82910" x2="20898" y2="82910"/>
                        <a14:backgroundMark x1="39063" y1="85840" x2="39063" y2="85840"/>
                        <a14:backgroundMark x1="39063" y1="85840" x2="39063" y2="85840"/>
                        <a14:backgroundMark x1="39160" y1="85352" x2="39160" y2="853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632" y="30030"/>
            <a:ext cx="2254736" cy="2254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838</Words>
  <Application>Microsoft Office PowerPoint</Application>
  <PresentationFormat>Presentación en pantalla (16:9)</PresentationFormat>
  <Paragraphs>194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Inter</vt:lpstr>
      <vt:lpstr>Arial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de Identidad — TechCup Fútbol</dc:title>
  <dc:subject>PptxGenJS Presentation</dc:subject>
  <dc:creator>ECI</dc:creator>
  <cp:lastModifiedBy>CRISTIAN ADRIAN DUCUARA QUINONEZ</cp:lastModifiedBy>
  <cp:revision>4</cp:revision>
  <dcterms:created xsi:type="dcterms:W3CDTF">2026-03-13T01:05:00Z</dcterms:created>
  <dcterms:modified xsi:type="dcterms:W3CDTF">2026-03-21T02:04:06Z</dcterms:modified>
</cp:coreProperties>
</file>